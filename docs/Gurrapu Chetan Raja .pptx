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0" roundtripDataSignature="AMtx7mhvajweGUs9MfQuBjsymoF4Rw+tn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b1a60aee5a_0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g3b1a60aee5a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b1a60aee5a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98" name="Google Shape;98;g3b1a60aee5a_0_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g3b1a60aee5a_0_63: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b1a60aee5a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b1a60aee5a_0_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g3b1a60aee5a_0_4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b1a60aee5a_0_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b1a60aee5a_0_7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g3b1a60aee5a_0_79: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b1a60aee5a_0_1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b1a60aee5a_0_15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g3b1a60aee5a_0_15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b1a60aee5a_0_1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b1a60aee5a_0_15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g3b1a60aee5a_0_15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b1a60aee5a_0_13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g3b1a60aee5a_0_1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b1a60aee5a_0_163: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1" name="Google Shape;161;g3b1a60aee5a_0_1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b1a60aee5a_0_9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0" name="Google Shape;170;g3b1a60aee5a_0_9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g3b1a60aee5a_0_9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b1a60aee5a_0_10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b1a60aee5a_0_10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0" name="Google Shape;180;g3b1a60aee5a_0_10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b1a60aee5a_0_1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b1a60aee5a_0_11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g3b1a60aee5a_0_115: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b1a60aee5a_0_1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3b1a60aee5a_0_12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7" name="Google Shape;197;g3b1a60aee5a_0_12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4" name="Shape 14"/>
        <p:cNvGrpSpPr/>
        <p:nvPr/>
      </p:nvGrpSpPr>
      <p:grpSpPr>
        <a:xfrm>
          <a:off x="0" y="0"/>
          <a:ext cx="0" cy="0"/>
          <a:chOff x="0" y="0"/>
          <a:chExt cx="0" cy="0"/>
        </a:xfrm>
      </p:grpSpPr>
      <p:grpSp>
        <p:nvGrpSpPr>
          <p:cNvPr id="15" name="Google Shape;15;p10"/>
          <p:cNvGrpSpPr/>
          <p:nvPr/>
        </p:nvGrpSpPr>
        <p:grpSpPr>
          <a:xfrm>
            <a:off x="-21770" y="0"/>
            <a:ext cx="12213771" cy="6858000"/>
            <a:chOff x="-21770" y="0"/>
            <a:chExt cx="12213771" cy="6858000"/>
          </a:xfrm>
        </p:grpSpPr>
        <p:pic>
          <p:nvPicPr>
            <p:cNvPr descr="Tech Background&quot; Images – Browse 8,227 Stock Photos, Vectors, and Video |  Adobe Stock" id="16" name="Google Shape;16;p10"/>
            <p:cNvPicPr preferRelativeResize="0"/>
            <p:nvPr/>
          </p:nvPicPr>
          <p:blipFill rotWithShape="1">
            <a:blip r:embed="rId2">
              <a:alphaModFix/>
            </a:blip>
            <a:srcRect b="1249" l="2352" r="1953" t="2332"/>
            <a:stretch/>
          </p:blipFill>
          <p:spPr>
            <a:xfrm>
              <a:off x="-21770" y="0"/>
              <a:ext cx="12213771" cy="6858000"/>
            </a:xfrm>
            <a:custGeom>
              <a:rect b="b" l="l" r="r" t="t"/>
              <a:pathLst>
                <a:path extrusionOk="0" h="6858000" w="12213771">
                  <a:moveTo>
                    <a:pt x="0" y="0"/>
                  </a:moveTo>
                  <a:lnTo>
                    <a:pt x="12213771" y="0"/>
                  </a:lnTo>
                  <a:lnTo>
                    <a:pt x="12213771" y="6858000"/>
                  </a:lnTo>
                  <a:lnTo>
                    <a:pt x="0" y="6858000"/>
                  </a:lnTo>
                  <a:close/>
                </a:path>
              </a:pathLst>
            </a:custGeom>
            <a:noFill/>
            <a:ln>
              <a:noFill/>
            </a:ln>
          </p:spPr>
        </p:pic>
        <p:pic>
          <p:nvPicPr>
            <p:cNvPr id="17" name="Google Shape;17;p10"/>
            <p:cNvPicPr preferRelativeResize="0"/>
            <p:nvPr/>
          </p:nvPicPr>
          <p:blipFill rotWithShape="1">
            <a:blip r:embed="rId3">
              <a:alphaModFix/>
            </a:blip>
            <a:srcRect b="0" l="0" r="0" t="0"/>
            <a:stretch/>
          </p:blipFill>
          <p:spPr>
            <a:xfrm>
              <a:off x="4017794" y="913775"/>
              <a:ext cx="5159490" cy="1423752"/>
            </a:xfrm>
            <a:prstGeom prst="rect">
              <a:avLst/>
            </a:prstGeom>
            <a:noFill/>
            <a:ln>
              <a:noFill/>
            </a:ln>
          </p:spPr>
        </p:pic>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8" name="Shape 18"/>
        <p:cNvGrpSpPr/>
        <p:nvPr/>
      </p:nvGrpSpPr>
      <p:grpSpPr>
        <a:xfrm>
          <a:off x="0" y="0"/>
          <a:ext cx="0" cy="0"/>
          <a:chOff x="0" y="0"/>
          <a:chExt cx="0" cy="0"/>
        </a:xfrm>
      </p:grpSpPr>
      <p:sp>
        <p:nvSpPr>
          <p:cNvPr id="19" name="Google Shape;19;p11"/>
          <p:cNvSpPr txBox="1"/>
          <p:nvPr>
            <p:ph type="title"/>
          </p:nvPr>
        </p:nvSpPr>
        <p:spPr>
          <a:xfrm>
            <a:off x="678884" y="603666"/>
            <a:ext cx="10834234" cy="612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11"/>
          <p:cNvSpPr txBox="1"/>
          <p:nvPr>
            <p:ph idx="1" type="body"/>
          </p:nvPr>
        </p:nvSpPr>
        <p:spPr>
          <a:xfrm>
            <a:off x="678884" y="1675075"/>
            <a:ext cx="10834234" cy="4398066"/>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alf &amp; Half">
  <p:cSld name="Half &amp; Half">
    <p:spTree>
      <p:nvGrpSpPr>
        <p:cNvPr id="21" name="Shape 21"/>
        <p:cNvGrpSpPr/>
        <p:nvPr/>
      </p:nvGrpSpPr>
      <p:grpSpPr>
        <a:xfrm>
          <a:off x="0" y="0"/>
          <a:ext cx="0" cy="0"/>
          <a:chOff x="0" y="0"/>
          <a:chExt cx="0" cy="0"/>
        </a:xfrm>
      </p:grpSpPr>
      <p:sp>
        <p:nvSpPr>
          <p:cNvPr id="22" name="Google Shape;22;p12"/>
          <p:cNvSpPr txBox="1"/>
          <p:nvPr>
            <p:ph type="title"/>
          </p:nvPr>
        </p:nvSpPr>
        <p:spPr>
          <a:xfrm>
            <a:off x="678881" y="603665"/>
            <a:ext cx="5107239" cy="612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2"/>
          <p:cNvSpPr txBox="1"/>
          <p:nvPr>
            <p:ph idx="1" type="body"/>
          </p:nvPr>
        </p:nvSpPr>
        <p:spPr>
          <a:xfrm>
            <a:off x="678881" y="1659836"/>
            <a:ext cx="5107239" cy="4398066"/>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12"/>
          <p:cNvSpPr/>
          <p:nvPr/>
        </p:nvSpPr>
        <p:spPr>
          <a:xfrm>
            <a:off x="6096000" y="0"/>
            <a:ext cx="6096000" cy="6858000"/>
          </a:xfrm>
          <a:prstGeom prst="rect">
            <a:avLst/>
          </a:prstGeom>
          <a:solidFill>
            <a:srgbClr val="1D1B58"/>
          </a:solidFill>
          <a:ln cap="flat" cmpd="sng" w="12700">
            <a:solidFill>
              <a:srgbClr val="1D1B5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25" name="Google Shape;25;p12"/>
          <p:cNvPicPr preferRelativeResize="0"/>
          <p:nvPr/>
        </p:nvPicPr>
        <p:blipFill rotWithShape="1">
          <a:blip r:embed="rId2">
            <a:alphaModFix/>
          </a:blip>
          <a:srcRect b="0" l="0" r="0" t="0"/>
          <a:stretch/>
        </p:blipFill>
        <p:spPr>
          <a:xfrm>
            <a:off x="9507412" y="6119532"/>
            <a:ext cx="1958148" cy="540347"/>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Third Flow Errow">
  <p:cSld name="One Third Flow Errow">
    <p:spTree>
      <p:nvGrpSpPr>
        <p:cNvPr id="26" name="Shape 26"/>
        <p:cNvGrpSpPr/>
        <p:nvPr/>
      </p:nvGrpSpPr>
      <p:grpSpPr>
        <a:xfrm>
          <a:off x="0" y="0"/>
          <a:ext cx="0" cy="0"/>
          <a:chOff x="0" y="0"/>
          <a:chExt cx="0" cy="0"/>
        </a:xfrm>
      </p:grpSpPr>
      <p:sp>
        <p:nvSpPr>
          <p:cNvPr id="27" name="Google Shape;27;p13"/>
          <p:cNvSpPr txBox="1"/>
          <p:nvPr>
            <p:ph type="title"/>
          </p:nvPr>
        </p:nvSpPr>
        <p:spPr>
          <a:xfrm>
            <a:off x="4455269" y="603666"/>
            <a:ext cx="7057847" cy="612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 name="Google Shape;28;p13"/>
          <p:cNvSpPr txBox="1"/>
          <p:nvPr>
            <p:ph idx="1" type="body"/>
          </p:nvPr>
        </p:nvSpPr>
        <p:spPr>
          <a:xfrm>
            <a:off x="4455269" y="1659835"/>
            <a:ext cx="7057847" cy="4398066"/>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13"/>
          <p:cNvSpPr/>
          <p:nvPr/>
        </p:nvSpPr>
        <p:spPr>
          <a:xfrm>
            <a:off x="1" y="0"/>
            <a:ext cx="4114800" cy="6858000"/>
          </a:xfrm>
          <a:prstGeom prst="homePlate">
            <a:avLst>
              <a:gd fmla="val 16049" name="adj"/>
            </a:avLst>
          </a:prstGeom>
          <a:solidFill>
            <a:srgbClr val="1D1B58"/>
          </a:solidFill>
          <a:ln cap="flat" cmpd="sng" w="12700">
            <a:solidFill>
              <a:srgbClr val="1D1B5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 name="Google Shape;30;p13"/>
          <p:cNvSpPr txBox="1"/>
          <p:nvPr/>
        </p:nvSpPr>
        <p:spPr>
          <a:xfrm>
            <a:off x="678882" y="3122614"/>
            <a:ext cx="2978720" cy="6127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3400"/>
              <a:buFont typeface="Calibri"/>
              <a:buNone/>
            </a:pPr>
            <a:r>
              <a:rPr b="1" lang="en-US" sz="3400">
                <a:solidFill>
                  <a:schemeClr val="lt1"/>
                </a:solidFill>
                <a:latin typeface="Calibri"/>
                <a:ea typeface="Calibri"/>
                <a:cs typeface="Calibri"/>
                <a:sym typeface="Calibri"/>
              </a:rPr>
              <a:t>Click to edit Master title style</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1" name="Shape 31"/>
        <p:cNvGrpSpPr/>
        <p:nvPr/>
      </p:nvGrpSpPr>
      <p:grpSpPr>
        <a:xfrm>
          <a:off x="0" y="0"/>
          <a:ext cx="0" cy="0"/>
          <a:chOff x="0" y="0"/>
          <a:chExt cx="0" cy="0"/>
        </a:xfrm>
      </p:grpSpPr>
      <p:sp>
        <p:nvSpPr>
          <p:cNvPr id="32" name="Google Shape;32;p14"/>
          <p:cNvSpPr txBox="1"/>
          <p:nvPr>
            <p:ph type="title"/>
          </p:nvPr>
        </p:nvSpPr>
        <p:spPr>
          <a:xfrm>
            <a:off x="678883" y="1709738"/>
            <a:ext cx="10834234" cy="2852737"/>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4"/>
          <p:cNvSpPr txBox="1"/>
          <p:nvPr>
            <p:ph idx="1" type="body"/>
          </p:nvPr>
        </p:nvSpPr>
        <p:spPr>
          <a:xfrm>
            <a:off x="678883" y="4589464"/>
            <a:ext cx="10834234"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98990"/>
              </a:buClr>
              <a:buSzPts val="2400"/>
              <a:buNone/>
              <a:defRPr sz="2400">
                <a:solidFill>
                  <a:srgbClr val="898990"/>
                </a:solidFill>
              </a:defRPr>
            </a:lvl1pPr>
            <a:lvl2pPr indent="-228600" lvl="1" marL="914400" algn="l">
              <a:lnSpc>
                <a:spcPct val="90000"/>
              </a:lnSpc>
              <a:spcBef>
                <a:spcPts val="500"/>
              </a:spcBef>
              <a:spcAft>
                <a:spcPts val="0"/>
              </a:spcAft>
              <a:buClr>
                <a:srgbClr val="898990"/>
              </a:buClr>
              <a:buSzPts val="2000"/>
              <a:buNone/>
              <a:defRPr sz="2000">
                <a:solidFill>
                  <a:srgbClr val="898990"/>
                </a:solidFill>
              </a:defRPr>
            </a:lvl2pPr>
            <a:lvl3pPr indent="-228600" lvl="2" marL="1371600" algn="l">
              <a:lnSpc>
                <a:spcPct val="90000"/>
              </a:lnSpc>
              <a:spcBef>
                <a:spcPts val="500"/>
              </a:spcBef>
              <a:spcAft>
                <a:spcPts val="0"/>
              </a:spcAft>
              <a:buClr>
                <a:srgbClr val="898990"/>
              </a:buClr>
              <a:buSzPts val="1800"/>
              <a:buNone/>
              <a:defRPr sz="1800">
                <a:solidFill>
                  <a:srgbClr val="898990"/>
                </a:solidFill>
              </a:defRPr>
            </a:lvl3pPr>
            <a:lvl4pPr indent="-228600" lvl="3" marL="1828800" algn="l">
              <a:lnSpc>
                <a:spcPct val="90000"/>
              </a:lnSpc>
              <a:spcBef>
                <a:spcPts val="500"/>
              </a:spcBef>
              <a:spcAft>
                <a:spcPts val="0"/>
              </a:spcAft>
              <a:buClr>
                <a:srgbClr val="898990"/>
              </a:buClr>
              <a:buSzPts val="1600"/>
              <a:buNone/>
              <a:defRPr sz="1600">
                <a:solidFill>
                  <a:srgbClr val="898990"/>
                </a:solidFill>
              </a:defRPr>
            </a:lvl4pPr>
            <a:lvl5pPr indent="-228600" lvl="4" marL="2286000" algn="l">
              <a:lnSpc>
                <a:spcPct val="90000"/>
              </a:lnSpc>
              <a:spcBef>
                <a:spcPts val="500"/>
              </a:spcBef>
              <a:spcAft>
                <a:spcPts val="0"/>
              </a:spcAft>
              <a:buClr>
                <a:srgbClr val="898990"/>
              </a:buClr>
              <a:buSzPts val="1600"/>
              <a:buNone/>
              <a:defRPr sz="1600">
                <a:solidFill>
                  <a:srgbClr val="898990"/>
                </a:solidFill>
              </a:defRPr>
            </a:lvl5pPr>
            <a:lvl6pPr indent="-228600" lvl="5" marL="2743200" algn="l">
              <a:lnSpc>
                <a:spcPct val="90000"/>
              </a:lnSpc>
              <a:spcBef>
                <a:spcPts val="500"/>
              </a:spcBef>
              <a:spcAft>
                <a:spcPts val="0"/>
              </a:spcAft>
              <a:buClr>
                <a:srgbClr val="898990"/>
              </a:buClr>
              <a:buSzPts val="1600"/>
              <a:buNone/>
              <a:defRPr sz="1600">
                <a:solidFill>
                  <a:srgbClr val="898990"/>
                </a:solidFill>
              </a:defRPr>
            </a:lvl6pPr>
            <a:lvl7pPr indent="-228600" lvl="6" marL="3200400" algn="l">
              <a:lnSpc>
                <a:spcPct val="90000"/>
              </a:lnSpc>
              <a:spcBef>
                <a:spcPts val="500"/>
              </a:spcBef>
              <a:spcAft>
                <a:spcPts val="0"/>
              </a:spcAft>
              <a:buClr>
                <a:srgbClr val="898990"/>
              </a:buClr>
              <a:buSzPts val="1600"/>
              <a:buNone/>
              <a:defRPr sz="1600">
                <a:solidFill>
                  <a:srgbClr val="898990"/>
                </a:solidFill>
              </a:defRPr>
            </a:lvl7pPr>
            <a:lvl8pPr indent="-228600" lvl="7" marL="3657600" algn="l">
              <a:lnSpc>
                <a:spcPct val="90000"/>
              </a:lnSpc>
              <a:spcBef>
                <a:spcPts val="500"/>
              </a:spcBef>
              <a:spcAft>
                <a:spcPts val="0"/>
              </a:spcAft>
              <a:buClr>
                <a:srgbClr val="898990"/>
              </a:buClr>
              <a:buSzPts val="1600"/>
              <a:buNone/>
              <a:defRPr sz="1600">
                <a:solidFill>
                  <a:srgbClr val="898990"/>
                </a:solidFill>
              </a:defRPr>
            </a:lvl8pPr>
            <a:lvl9pPr indent="-228600" lvl="8" marL="4114800" algn="l">
              <a:lnSpc>
                <a:spcPct val="90000"/>
              </a:lnSpc>
              <a:spcBef>
                <a:spcPts val="500"/>
              </a:spcBef>
              <a:spcAft>
                <a:spcPts val="0"/>
              </a:spcAft>
              <a:buClr>
                <a:srgbClr val="898990"/>
              </a:buClr>
              <a:buSzPts val="1600"/>
              <a:buNone/>
              <a:defRPr sz="1600">
                <a:solidFill>
                  <a:srgbClr val="898990"/>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p:cSld name="Vertical Title and Text">
    <p:spTree>
      <p:nvGrpSpPr>
        <p:cNvPr id="34" name="Shape 34"/>
        <p:cNvGrpSpPr/>
        <p:nvPr/>
      </p:nvGrpSpPr>
      <p:grpSpPr>
        <a:xfrm>
          <a:off x="0" y="0"/>
          <a:ext cx="0" cy="0"/>
          <a:chOff x="0" y="0"/>
          <a:chExt cx="0" cy="0"/>
        </a:xfrm>
      </p:grpSpPr>
      <p:pic>
        <p:nvPicPr>
          <p:cNvPr descr="Tech Background&quot; Images – Browse 8,227 Stock Photos, Vectors, and Video |  Adobe Stock" id="35" name="Google Shape;35;p15"/>
          <p:cNvPicPr preferRelativeResize="0"/>
          <p:nvPr/>
        </p:nvPicPr>
        <p:blipFill rotWithShape="1">
          <a:blip r:embed="rId2">
            <a:alphaModFix/>
          </a:blip>
          <a:srcRect b="1249" l="2352" r="1953" t="2332"/>
          <a:stretch/>
        </p:blipFill>
        <p:spPr>
          <a:xfrm>
            <a:off x="-21770" y="0"/>
            <a:ext cx="12213771" cy="6858000"/>
          </a:xfrm>
          <a:custGeom>
            <a:rect b="b" l="l" r="r" t="t"/>
            <a:pathLst>
              <a:path extrusionOk="0" h="6858000" w="12213771">
                <a:moveTo>
                  <a:pt x="0" y="0"/>
                </a:moveTo>
                <a:lnTo>
                  <a:pt x="12213771" y="0"/>
                </a:lnTo>
                <a:lnTo>
                  <a:pt x="12213771" y="6858000"/>
                </a:lnTo>
                <a:lnTo>
                  <a:pt x="0" y="6858000"/>
                </a:lnTo>
                <a:close/>
              </a:path>
            </a:pathLst>
          </a:custGeom>
          <a:noFill/>
          <a:ln>
            <a:noFill/>
          </a:ln>
        </p:spPr>
      </p:pic>
      <p:sp>
        <p:nvSpPr>
          <p:cNvPr id="36" name="Google Shape;36;p15"/>
          <p:cNvSpPr txBox="1"/>
          <p:nvPr>
            <p:ph type="title"/>
          </p:nvPr>
        </p:nvSpPr>
        <p:spPr>
          <a:xfrm>
            <a:off x="-21771" y="1832442"/>
            <a:ext cx="12213771" cy="2628900"/>
          </a:xfrm>
          <a:prstGeom prst="rect">
            <a:avLst/>
          </a:prstGeom>
          <a:noFill/>
          <a:ln>
            <a:noFill/>
          </a:ln>
        </p:spPr>
        <p:txBody>
          <a:bodyPr anchorCtr="0" anchor="ctr" bIns="0" lIns="0" spcFirstLastPara="1" rIns="0" wrap="square" tIns="0">
            <a:normAutofit/>
          </a:bodyPr>
          <a:lstStyle>
            <a:lvl1pPr lvl="0" algn="ctr">
              <a:lnSpc>
                <a:spcPct val="90000"/>
              </a:lnSpc>
              <a:spcBef>
                <a:spcPts val="0"/>
              </a:spcBef>
              <a:spcAft>
                <a:spcPts val="0"/>
              </a:spcAft>
              <a:buClr>
                <a:schemeClr val="lt1"/>
              </a:buClr>
              <a:buSzPts val="8000"/>
              <a:buFont typeface="Calibri"/>
              <a:buNone/>
              <a:defRPr sz="80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Third">
  <p:cSld name="One Third">
    <p:spTree>
      <p:nvGrpSpPr>
        <p:cNvPr id="37" name="Shape 37"/>
        <p:cNvGrpSpPr/>
        <p:nvPr/>
      </p:nvGrpSpPr>
      <p:grpSpPr>
        <a:xfrm>
          <a:off x="0" y="0"/>
          <a:ext cx="0" cy="0"/>
          <a:chOff x="0" y="0"/>
          <a:chExt cx="0" cy="0"/>
        </a:xfrm>
      </p:grpSpPr>
      <p:sp>
        <p:nvSpPr>
          <p:cNvPr id="38" name="Google Shape;38;p16"/>
          <p:cNvSpPr txBox="1"/>
          <p:nvPr>
            <p:ph idx="1" type="body"/>
          </p:nvPr>
        </p:nvSpPr>
        <p:spPr>
          <a:xfrm>
            <a:off x="4455269" y="603666"/>
            <a:ext cx="7057847" cy="5454235"/>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16"/>
          <p:cNvSpPr/>
          <p:nvPr/>
        </p:nvSpPr>
        <p:spPr>
          <a:xfrm>
            <a:off x="1" y="0"/>
            <a:ext cx="4114800" cy="6858000"/>
          </a:xfrm>
          <a:prstGeom prst="rect">
            <a:avLst/>
          </a:prstGeom>
          <a:solidFill>
            <a:srgbClr val="1D1B58"/>
          </a:solidFill>
          <a:ln cap="flat" cmpd="sng" w="12700">
            <a:solidFill>
              <a:srgbClr val="1D1B5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 name="Google Shape;40;p16"/>
          <p:cNvSpPr txBox="1"/>
          <p:nvPr>
            <p:ph type="title"/>
          </p:nvPr>
        </p:nvSpPr>
        <p:spPr>
          <a:xfrm>
            <a:off x="838202" y="2049670"/>
            <a:ext cx="2743200" cy="2562226"/>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lt1"/>
              </a:buClr>
              <a:buSzPts val="3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One Third">
  <p:cSld name="1_One Third">
    <p:spTree>
      <p:nvGrpSpPr>
        <p:cNvPr id="41" name="Shape 41"/>
        <p:cNvGrpSpPr/>
        <p:nvPr/>
      </p:nvGrpSpPr>
      <p:grpSpPr>
        <a:xfrm>
          <a:off x="0" y="0"/>
          <a:ext cx="0" cy="0"/>
          <a:chOff x="0" y="0"/>
          <a:chExt cx="0" cy="0"/>
        </a:xfrm>
      </p:grpSpPr>
      <p:sp>
        <p:nvSpPr>
          <p:cNvPr id="42" name="Google Shape;42;p17"/>
          <p:cNvSpPr txBox="1"/>
          <p:nvPr>
            <p:ph type="title"/>
          </p:nvPr>
        </p:nvSpPr>
        <p:spPr>
          <a:xfrm>
            <a:off x="678882" y="603666"/>
            <a:ext cx="7055274" cy="612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17"/>
          <p:cNvSpPr txBox="1"/>
          <p:nvPr>
            <p:ph idx="1" type="body"/>
          </p:nvPr>
        </p:nvSpPr>
        <p:spPr>
          <a:xfrm>
            <a:off x="678882" y="1659835"/>
            <a:ext cx="7055274" cy="4398066"/>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17"/>
          <p:cNvSpPr/>
          <p:nvPr/>
        </p:nvSpPr>
        <p:spPr>
          <a:xfrm>
            <a:off x="8077201" y="0"/>
            <a:ext cx="4114800" cy="6858000"/>
          </a:xfrm>
          <a:prstGeom prst="rect">
            <a:avLst/>
          </a:prstGeom>
          <a:solidFill>
            <a:srgbClr val="1D1B58"/>
          </a:solidFill>
          <a:ln cap="flat" cmpd="sng" w="12700">
            <a:solidFill>
              <a:srgbClr val="1D1B5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45" name="Google Shape;45;p17"/>
          <p:cNvPicPr preferRelativeResize="0"/>
          <p:nvPr/>
        </p:nvPicPr>
        <p:blipFill rotWithShape="1">
          <a:blip r:embed="rId2">
            <a:alphaModFix/>
          </a:blip>
          <a:srcRect b="0" l="0" r="0" t="0"/>
          <a:stretch/>
        </p:blipFill>
        <p:spPr>
          <a:xfrm>
            <a:off x="9507412" y="6119532"/>
            <a:ext cx="1958148" cy="540347"/>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One Third">
  <p:cSld name="4_One Third">
    <p:spTree>
      <p:nvGrpSpPr>
        <p:cNvPr id="46" name="Shape 46"/>
        <p:cNvGrpSpPr/>
        <p:nvPr/>
      </p:nvGrpSpPr>
      <p:grpSpPr>
        <a:xfrm>
          <a:off x="0" y="0"/>
          <a:ext cx="0" cy="0"/>
          <a:chOff x="0" y="0"/>
          <a:chExt cx="0" cy="0"/>
        </a:xfrm>
      </p:grpSpPr>
      <p:sp>
        <p:nvSpPr>
          <p:cNvPr id="47" name="Google Shape;47;p18"/>
          <p:cNvSpPr txBox="1"/>
          <p:nvPr/>
        </p:nvSpPr>
        <p:spPr>
          <a:xfrm>
            <a:off x="838200" y="3122614"/>
            <a:ext cx="2819401" cy="6127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1D1B58"/>
              </a:buClr>
              <a:buSzPts val="3400"/>
              <a:buFont typeface="Calibri"/>
              <a:buNone/>
            </a:pPr>
            <a:r>
              <a:rPr b="1" lang="en-US" sz="3400">
                <a:solidFill>
                  <a:srgbClr val="1D1B58"/>
                </a:solidFill>
                <a:latin typeface="Calibri"/>
                <a:ea typeface="Calibri"/>
                <a:cs typeface="Calibri"/>
                <a:sym typeface="Calibri"/>
              </a:rPr>
              <a:t>Click to edit Master title style</a:t>
            </a:r>
            <a:endParaRPr/>
          </a:p>
        </p:txBody>
      </p:sp>
      <p:sp>
        <p:nvSpPr>
          <p:cNvPr id="48" name="Google Shape;48;p18"/>
          <p:cNvSpPr/>
          <p:nvPr/>
        </p:nvSpPr>
        <p:spPr>
          <a:xfrm>
            <a:off x="3454417" y="0"/>
            <a:ext cx="8737584" cy="6858000"/>
          </a:xfrm>
          <a:custGeom>
            <a:rect b="b" l="l" r="r" t="t"/>
            <a:pathLst>
              <a:path extrusionOk="0" h="6858000" w="9601184">
                <a:moveTo>
                  <a:pt x="0" y="0"/>
                </a:moveTo>
                <a:lnTo>
                  <a:pt x="9601184" y="0"/>
                </a:lnTo>
                <a:lnTo>
                  <a:pt x="9601184" y="6858000"/>
                </a:lnTo>
                <a:lnTo>
                  <a:pt x="0" y="6858000"/>
                </a:lnTo>
                <a:lnTo>
                  <a:pt x="660384" y="3429000"/>
                </a:lnTo>
                <a:lnTo>
                  <a:pt x="0" y="0"/>
                </a:lnTo>
                <a:close/>
              </a:path>
            </a:pathLst>
          </a:custGeom>
          <a:solidFill>
            <a:srgbClr val="1D1B5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9" name="Google Shape;49;p18"/>
          <p:cNvSpPr txBox="1"/>
          <p:nvPr>
            <p:ph type="title"/>
          </p:nvPr>
        </p:nvSpPr>
        <p:spPr>
          <a:xfrm>
            <a:off x="4455269" y="603666"/>
            <a:ext cx="7057847" cy="612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lt1"/>
              </a:buClr>
              <a:buSzPts val="34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18"/>
          <p:cNvSpPr txBox="1"/>
          <p:nvPr>
            <p:ph idx="1" type="body"/>
          </p:nvPr>
        </p:nvSpPr>
        <p:spPr>
          <a:xfrm>
            <a:off x="4455269" y="1659835"/>
            <a:ext cx="7057847" cy="4398066"/>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chemeClr val="lt1"/>
              </a:buClr>
              <a:buSzPts val="2800"/>
              <a:buChar char="•"/>
              <a:defRPr>
                <a:solidFill>
                  <a:schemeClr val="lt1"/>
                </a:solidFill>
              </a:defRPr>
            </a:lvl1pPr>
            <a:lvl2pPr indent="-381000" lvl="1" marL="914400" algn="l">
              <a:lnSpc>
                <a:spcPct val="90000"/>
              </a:lnSpc>
              <a:spcBef>
                <a:spcPts val="500"/>
              </a:spcBef>
              <a:spcAft>
                <a:spcPts val="0"/>
              </a:spcAft>
              <a:buClr>
                <a:schemeClr val="lt1"/>
              </a:buClr>
              <a:buSzPts val="2400"/>
              <a:buChar char="•"/>
              <a:defRPr>
                <a:solidFill>
                  <a:schemeClr val="lt1"/>
                </a:solidFill>
              </a:defRPr>
            </a:lvl2pPr>
            <a:lvl3pPr indent="-355600" lvl="2" marL="1371600" algn="l">
              <a:lnSpc>
                <a:spcPct val="90000"/>
              </a:lnSpc>
              <a:spcBef>
                <a:spcPts val="500"/>
              </a:spcBef>
              <a:spcAft>
                <a:spcPts val="0"/>
              </a:spcAft>
              <a:buClr>
                <a:schemeClr val="lt1"/>
              </a:buClr>
              <a:buSzPts val="2000"/>
              <a:buChar char="•"/>
              <a:defRPr>
                <a:solidFill>
                  <a:schemeClr val="lt1"/>
                </a:solidFill>
              </a:defRPr>
            </a:lvl3pPr>
            <a:lvl4pPr indent="-342900" lvl="3" marL="1828800" algn="l">
              <a:lnSpc>
                <a:spcPct val="90000"/>
              </a:lnSpc>
              <a:spcBef>
                <a:spcPts val="500"/>
              </a:spcBef>
              <a:spcAft>
                <a:spcPts val="0"/>
              </a:spcAft>
              <a:buClr>
                <a:schemeClr val="lt1"/>
              </a:buClr>
              <a:buSzPts val="1800"/>
              <a:buChar char="•"/>
              <a:defRPr>
                <a:solidFill>
                  <a:schemeClr val="lt1"/>
                </a:solidFill>
              </a:defRPr>
            </a:lvl4pPr>
            <a:lvl5pPr indent="-342900" lvl="4" marL="2286000" algn="l">
              <a:lnSpc>
                <a:spcPct val="90000"/>
              </a:lnSpc>
              <a:spcBef>
                <a:spcPts val="500"/>
              </a:spcBef>
              <a:spcAft>
                <a:spcPts val="0"/>
              </a:spcAft>
              <a:buClr>
                <a:schemeClr val="lt1"/>
              </a:buClr>
              <a:buSzPts val="1800"/>
              <a:buChar char="•"/>
              <a:defRPr>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51" name="Google Shape;51;p18"/>
          <p:cNvPicPr preferRelativeResize="0"/>
          <p:nvPr/>
        </p:nvPicPr>
        <p:blipFill rotWithShape="1">
          <a:blip r:embed="rId2">
            <a:alphaModFix/>
          </a:blip>
          <a:srcRect b="0" l="0" r="0" t="0"/>
          <a:stretch/>
        </p:blipFill>
        <p:spPr>
          <a:xfrm>
            <a:off x="9507412" y="6119532"/>
            <a:ext cx="1958148" cy="540347"/>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One Third">
  <p:cSld name="3_One Third">
    <p:spTree>
      <p:nvGrpSpPr>
        <p:cNvPr id="52" name="Shape 52"/>
        <p:cNvGrpSpPr/>
        <p:nvPr/>
      </p:nvGrpSpPr>
      <p:grpSpPr>
        <a:xfrm>
          <a:off x="0" y="0"/>
          <a:ext cx="0" cy="0"/>
          <a:chOff x="0" y="0"/>
          <a:chExt cx="0" cy="0"/>
        </a:xfrm>
      </p:grpSpPr>
      <p:sp>
        <p:nvSpPr>
          <p:cNvPr id="53" name="Google Shape;53;p19"/>
          <p:cNvSpPr txBox="1"/>
          <p:nvPr>
            <p:ph type="title"/>
          </p:nvPr>
        </p:nvSpPr>
        <p:spPr>
          <a:xfrm>
            <a:off x="678882" y="603666"/>
            <a:ext cx="6687118" cy="612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9"/>
          <p:cNvSpPr txBox="1"/>
          <p:nvPr>
            <p:ph idx="1" type="body"/>
          </p:nvPr>
        </p:nvSpPr>
        <p:spPr>
          <a:xfrm>
            <a:off x="678882" y="1659835"/>
            <a:ext cx="6687118" cy="4398066"/>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19"/>
          <p:cNvSpPr txBox="1"/>
          <p:nvPr/>
        </p:nvSpPr>
        <p:spPr>
          <a:xfrm>
            <a:off x="8567565" y="3064248"/>
            <a:ext cx="3314556" cy="612775"/>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chemeClr val="lt1"/>
              </a:buClr>
              <a:buSzPts val="3400"/>
              <a:buFont typeface="Calibri"/>
              <a:buNone/>
            </a:pPr>
            <a:r>
              <a:rPr b="1" lang="en-US" sz="3400">
                <a:solidFill>
                  <a:schemeClr val="lt1"/>
                </a:solidFill>
                <a:latin typeface="Calibri"/>
                <a:ea typeface="Calibri"/>
                <a:cs typeface="Calibri"/>
                <a:sym typeface="Calibri"/>
              </a:rPr>
              <a:t>Click to edit Master title style</a:t>
            </a:r>
            <a:endParaRPr/>
          </a:p>
        </p:txBody>
      </p:sp>
      <p:sp>
        <p:nvSpPr>
          <p:cNvPr id="56" name="Google Shape;56;p19"/>
          <p:cNvSpPr/>
          <p:nvPr/>
        </p:nvSpPr>
        <p:spPr>
          <a:xfrm>
            <a:off x="7543800" y="0"/>
            <a:ext cx="4648201" cy="6858000"/>
          </a:xfrm>
          <a:custGeom>
            <a:rect b="b" l="l" r="r" t="t"/>
            <a:pathLst>
              <a:path extrusionOk="0" h="6858000" w="3818882">
                <a:moveTo>
                  <a:pt x="0" y="0"/>
                </a:moveTo>
                <a:lnTo>
                  <a:pt x="3818882" y="0"/>
                </a:lnTo>
                <a:lnTo>
                  <a:pt x="3818882" y="6858000"/>
                </a:lnTo>
                <a:lnTo>
                  <a:pt x="0" y="6858000"/>
                </a:lnTo>
                <a:lnTo>
                  <a:pt x="796282" y="3429000"/>
                </a:lnTo>
                <a:lnTo>
                  <a:pt x="0" y="0"/>
                </a:lnTo>
                <a:close/>
              </a:path>
            </a:pathLst>
          </a:custGeom>
          <a:solidFill>
            <a:srgbClr val="1D1B58"/>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pic>
        <p:nvPicPr>
          <p:cNvPr id="57" name="Google Shape;57;p19"/>
          <p:cNvPicPr preferRelativeResize="0"/>
          <p:nvPr/>
        </p:nvPicPr>
        <p:blipFill rotWithShape="1">
          <a:blip r:embed="rId2">
            <a:alphaModFix/>
          </a:blip>
          <a:srcRect b="0" l="0" r="0" t="0"/>
          <a:stretch/>
        </p:blipFill>
        <p:spPr>
          <a:xfrm>
            <a:off x="9507412" y="6119532"/>
            <a:ext cx="1958148" cy="540347"/>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58" name="Shape 58"/>
        <p:cNvGrpSpPr/>
        <p:nvPr/>
      </p:nvGrpSpPr>
      <p:grpSpPr>
        <a:xfrm>
          <a:off x="0" y="0"/>
          <a:ext cx="0" cy="0"/>
          <a:chOff x="0" y="0"/>
          <a:chExt cx="0" cy="0"/>
        </a:xfrm>
      </p:grpSpPr>
      <p:sp>
        <p:nvSpPr>
          <p:cNvPr id="59" name="Google Shape;59;p20"/>
          <p:cNvSpPr txBox="1"/>
          <p:nvPr>
            <p:ph type="title"/>
          </p:nvPr>
        </p:nvSpPr>
        <p:spPr>
          <a:xfrm>
            <a:off x="678881" y="603666"/>
            <a:ext cx="10834233" cy="612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0"/>
          <p:cNvSpPr txBox="1"/>
          <p:nvPr>
            <p:ph idx="1" type="body"/>
          </p:nvPr>
        </p:nvSpPr>
        <p:spPr>
          <a:xfrm>
            <a:off x="678881" y="1659835"/>
            <a:ext cx="5340919" cy="4399442"/>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20"/>
          <p:cNvSpPr txBox="1"/>
          <p:nvPr>
            <p:ph idx="2" type="body"/>
          </p:nvPr>
        </p:nvSpPr>
        <p:spPr>
          <a:xfrm>
            <a:off x="6172199" y="1659835"/>
            <a:ext cx="5340917" cy="4399442"/>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62" name="Shape 62"/>
        <p:cNvGrpSpPr/>
        <p:nvPr/>
      </p:nvGrpSpPr>
      <p:grpSpPr>
        <a:xfrm>
          <a:off x="0" y="0"/>
          <a:ext cx="0" cy="0"/>
          <a:chOff x="0" y="0"/>
          <a:chExt cx="0" cy="0"/>
        </a:xfrm>
      </p:grpSpPr>
      <p:sp>
        <p:nvSpPr>
          <p:cNvPr id="63" name="Google Shape;63;p21"/>
          <p:cNvSpPr txBox="1"/>
          <p:nvPr>
            <p:ph type="title"/>
          </p:nvPr>
        </p:nvSpPr>
        <p:spPr>
          <a:xfrm>
            <a:off x="678881" y="603665"/>
            <a:ext cx="10834234" cy="612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21"/>
          <p:cNvSpPr txBox="1"/>
          <p:nvPr>
            <p:ph idx="1" type="body"/>
          </p:nvPr>
        </p:nvSpPr>
        <p:spPr>
          <a:xfrm>
            <a:off x="678881" y="1659834"/>
            <a:ext cx="5318693" cy="65534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rgbClr val="171616"/>
              </a:buClr>
              <a:buSzPts val="2400"/>
              <a:buNone/>
              <a:defRPr b="1" sz="2400"/>
            </a:lvl1pPr>
            <a:lvl2pPr indent="-228600" lvl="1" marL="914400" algn="l">
              <a:lnSpc>
                <a:spcPct val="90000"/>
              </a:lnSpc>
              <a:spcBef>
                <a:spcPts val="500"/>
              </a:spcBef>
              <a:spcAft>
                <a:spcPts val="0"/>
              </a:spcAft>
              <a:buClr>
                <a:srgbClr val="171616"/>
              </a:buClr>
              <a:buSzPts val="2000"/>
              <a:buNone/>
              <a:defRPr b="1" sz="2000"/>
            </a:lvl2pPr>
            <a:lvl3pPr indent="-228600" lvl="2" marL="1371600" algn="l">
              <a:lnSpc>
                <a:spcPct val="90000"/>
              </a:lnSpc>
              <a:spcBef>
                <a:spcPts val="500"/>
              </a:spcBef>
              <a:spcAft>
                <a:spcPts val="0"/>
              </a:spcAft>
              <a:buClr>
                <a:srgbClr val="171616"/>
              </a:buClr>
              <a:buSzPts val="1800"/>
              <a:buNone/>
              <a:defRPr b="1" sz="1800"/>
            </a:lvl3pPr>
            <a:lvl4pPr indent="-228600" lvl="3" marL="1828800" algn="l">
              <a:lnSpc>
                <a:spcPct val="90000"/>
              </a:lnSpc>
              <a:spcBef>
                <a:spcPts val="500"/>
              </a:spcBef>
              <a:spcAft>
                <a:spcPts val="0"/>
              </a:spcAft>
              <a:buClr>
                <a:srgbClr val="171616"/>
              </a:buClr>
              <a:buSzPts val="1600"/>
              <a:buNone/>
              <a:defRPr b="1" sz="1600"/>
            </a:lvl4pPr>
            <a:lvl5pPr indent="-228600" lvl="4" marL="2286000" algn="l">
              <a:lnSpc>
                <a:spcPct val="90000"/>
              </a:lnSpc>
              <a:spcBef>
                <a:spcPts val="500"/>
              </a:spcBef>
              <a:spcAft>
                <a:spcPts val="0"/>
              </a:spcAft>
              <a:buClr>
                <a:srgbClr val="17161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5" name="Google Shape;65;p21"/>
          <p:cNvSpPr txBox="1"/>
          <p:nvPr>
            <p:ph idx="2" type="body"/>
          </p:nvPr>
        </p:nvSpPr>
        <p:spPr>
          <a:xfrm>
            <a:off x="678881" y="2505075"/>
            <a:ext cx="5318693" cy="3552826"/>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21"/>
          <p:cNvSpPr txBox="1"/>
          <p:nvPr>
            <p:ph idx="3" type="body"/>
          </p:nvPr>
        </p:nvSpPr>
        <p:spPr>
          <a:xfrm>
            <a:off x="6172202" y="1659834"/>
            <a:ext cx="5340914" cy="655349"/>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rgbClr val="171616"/>
              </a:buClr>
              <a:buSzPts val="2400"/>
              <a:buNone/>
              <a:defRPr b="1" sz="2400"/>
            </a:lvl1pPr>
            <a:lvl2pPr indent="-228600" lvl="1" marL="914400" algn="l">
              <a:lnSpc>
                <a:spcPct val="90000"/>
              </a:lnSpc>
              <a:spcBef>
                <a:spcPts val="500"/>
              </a:spcBef>
              <a:spcAft>
                <a:spcPts val="0"/>
              </a:spcAft>
              <a:buClr>
                <a:srgbClr val="171616"/>
              </a:buClr>
              <a:buSzPts val="2000"/>
              <a:buNone/>
              <a:defRPr b="1" sz="2000"/>
            </a:lvl2pPr>
            <a:lvl3pPr indent="-228600" lvl="2" marL="1371600" algn="l">
              <a:lnSpc>
                <a:spcPct val="90000"/>
              </a:lnSpc>
              <a:spcBef>
                <a:spcPts val="500"/>
              </a:spcBef>
              <a:spcAft>
                <a:spcPts val="0"/>
              </a:spcAft>
              <a:buClr>
                <a:srgbClr val="171616"/>
              </a:buClr>
              <a:buSzPts val="1800"/>
              <a:buNone/>
              <a:defRPr b="1" sz="1800"/>
            </a:lvl3pPr>
            <a:lvl4pPr indent="-228600" lvl="3" marL="1828800" algn="l">
              <a:lnSpc>
                <a:spcPct val="90000"/>
              </a:lnSpc>
              <a:spcBef>
                <a:spcPts val="500"/>
              </a:spcBef>
              <a:spcAft>
                <a:spcPts val="0"/>
              </a:spcAft>
              <a:buClr>
                <a:srgbClr val="171616"/>
              </a:buClr>
              <a:buSzPts val="1600"/>
              <a:buNone/>
              <a:defRPr b="1" sz="1600"/>
            </a:lvl4pPr>
            <a:lvl5pPr indent="-228600" lvl="4" marL="2286000" algn="l">
              <a:lnSpc>
                <a:spcPct val="90000"/>
              </a:lnSpc>
              <a:spcBef>
                <a:spcPts val="500"/>
              </a:spcBef>
              <a:spcAft>
                <a:spcPts val="0"/>
              </a:spcAft>
              <a:buClr>
                <a:srgbClr val="171616"/>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7" name="Google Shape;67;p21"/>
          <p:cNvSpPr txBox="1"/>
          <p:nvPr>
            <p:ph idx="4" type="body"/>
          </p:nvPr>
        </p:nvSpPr>
        <p:spPr>
          <a:xfrm>
            <a:off x="6172202" y="2505075"/>
            <a:ext cx="5340914" cy="3552826"/>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68" name="Shape 68"/>
        <p:cNvGrpSpPr/>
        <p:nvPr/>
      </p:nvGrpSpPr>
      <p:grpSpPr>
        <a:xfrm>
          <a:off x="0" y="0"/>
          <a:ext cx="0" cy="0"/>
          <a:chOff x="0" y="0"/>
          <a:chExt cx="0" cy="0"/>
        </a:xfrm>
      </p:grpSpPr>
      <p:sp>
        <p:nvSpPr>
          <p:cNvPr id="69" name="Google Shape;69;p22"/>
          <p:cNvSpPr txBox="1"/>
          <p:nvPr>
            <p:ph type="title"/>
          </p:nvPr>
        </p:nvSpPr>
        <p:spPr>
          <a:xfrm>
            <a:off x="678884" y="603666"/>
            <a:ext cx="10834234" cy="612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0" name="Shape 70"/>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71" name="Shape 71"/>
        <p:cNvGrpSpPr/>
        <p:nvPr/>
      </p:nvGrpSpPr>
      <p:grpSpPr>
        <a:xfrm>
          <a:off x="0" y="0"/>
          <a:ext cx="0" cy="0"/>
          <a:chOff x="0" y="0"/>
          <a:chExt cx="0" cy="0"/>
        </a:xfrm>
      </p:grpSpPr>
      <p:sp>
        <p:nvSpPr>
          <p:cNvPr id="72" name="Google Shape;72;p24"/>
          <p:cNvSpPr txBox="1"/>
          <p:nvPr>
            <p:ph type="title"/>
          </p:nvPr>
        </p:nvSpPr>
        <p:spPr>
          <a:xfrm>
            <a:off x="678881" y="603666"/>
            <a:ext cx="4093145" cy="1453734"/>
          </a:xfrm>
          <a:prstGeom prst="rect">
            <a:avLst/>
          </a:prstGeom>
          <a:noFill/>
          <a:ln>
            <a:noFill/>
          </a:ln>
        </p:spPr>
        <p:txBody>
          <a:bodyPr anchorCtr="0" anchor="b" bIns="0" lIns="0" spcFirstLastPara="1" rIns="0" wrap="square" tIns="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24"/>
          <p:cNvSpPr txBox="1"/>
          <p:nvPr>
            <p:ph idx="1" type="body"/>
          </p:nvPr>
        </p:nvSpPr>
        <p:spPr>
          <a:xfrm>
            <a:off x="5183189" y="1659835"/>
            <a:ext cx="6329928" cy="420121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rgbClr val="171616"/>
              </a:buClr>
              <a:buSzPts val="3200"/>
              <a:buChar char="•"/>
              <a:defRPr sz="3200">
                <a:solidFill>
                  <a:srgbClr val="171616"/>
                </a:solidFill>
              </a:defRPr>
            </a:lvl1pPr>
            <a:lvl2pPr indent="-406400" lvl="1" marL="914400" algn="l">
              <a:lnSpc>
                <a:spcPct val="90000"/>
              </a:lnSpc>
              <a:spcBef>
                <a:spcPts val="500"/>
              </a:spcBef>
              <a:spcAft>
                <a:spcPts val="0"/>
              </a:spcAft>
              <a:buClr>
                <a:srgbClr val="171616"/>
              </a:buClr>
              <a:buSzPts val="2800"/>
              <a:buChar char="•"/>
              <a:defRPr sz="2800">
                <a:solidFill>
                  <a:srgbClr val="171616"/>
                </a:solidFill>
              </a:defRPr>
            </a:lvl2pPr>
            <a:lvl3pPr indent="-381000" lvl="2" marL="1371600" algn="l">
              <a:lnSpc>
                <a:spcPct val="90000"/>
              </a:lnSpc>
              <a:spcBef>
                <a:spcPts val="500"/>
              </a:spcBef>
              <a:spcAft>
                <a:spcPts val="0"/>
              </a:spcAft>
              <a:buClr>
                <a:srgbClr val="171616"/>
              </a:buClr>
              <a:buSzPts val="2400"/>
              <a:buChar char="•"/>
              <a:defRPr sz="2400">
                <a:solidFill>
                  <a:srgbClr val="171616"/>
                </a:solidFill>
              </a:defRPr>
            </a:lvl3pPr>
            <a:lvl4pPr indent="-355600" lvl="3" marL="1828800" algn="l">
              <a:lnSpc>
                <a:spcPct val="90000"/>
              </a:lnSpc>
              <a:spcBef>
                <a:spcPts val="500"/>
              </a:spcBef>
              <a:spcAft>
                <a:spcPts val="0"/>
              </a:spcAft>
              <a:buClr>
                <a:srgbClr val="171616"/>
              </a:buClr>
              <a:buSzPts val="2000"/>
              <a:buChar char="•"/>
              <a:defRPr sz="2000">
                <a:solidFill>
                  <a:srgbClr val="171616"/>
                </a:solidFill>
              </a:defRPr>
            </a:lvl4pPr>
            <a:lvl5pPr indent="-355600" lvl="4" marL="2286000" algn="l">
              <a:lnSpc>
                <a:spcPct val="90000"/>
              </a:lnSpc>
              <a:spcBef>
                <a:spcPts val="500"/>
              </a:spcBef>
              <a:spcAft>
                <a:spcPts val="0"/>
              </a:spcAft>
              <a:buClr>
                <a:srgbClr val="171616"/>
              </a:buClr>
              <a:buSzPts val="2000"/>
              <a:buChar char="•"/>
              <a:defRPr sz="2000">
                <a:solidFill>
                  <a:srgbClr val="171616"/>
                </a:solidFill>
              </a:defRPr>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4" name="Google Shape;74;p24"/>
          <p:cNvSpPr txBox="1"/>
          <p:nvPr>
            <p:ph idx="2" type="body"/>
          </p:nvPr>
        </p:nvSpPr>
        <p:spPr>
          <a:xfrm>
            <a:off x="678881" y="2315183"/>
            <a:ext cx="4093145" cy="3553805"/>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171616"/>
              </a:buClr>
              <a:buSzPts val="1600"/>
              <a:buNone/>
              <a:defRPr sz="1600"/>
            </a:lvl1pPr>
            <a:lvl2pPr indent="-228600" lvl="1" marL="914400" algn="l">
              <a:lnSpc>
                <a:spcPct val="90000"/>
              </a:lnSpc>
              <a:spcBef>
                <a:spcPts val="500"/>
              </a:spcBef>
              <a:spcAft>
                <a:spcPts val="0"/>
              </a:spcAft>
              <a:buClr>
                <a:srgbClr val="171616"/>
              </a:buClr>
              <a:buSzPts val="1400"/>
              <a:buNone/>
              <a:defRPr sz="1400"/>
            </a:lvl2pPr>
            <a:lvl3pPr indent="-228600" lvl="2" marL="1371600" algn="l">
              <a:lnSpc>
                <a:spcPct val="90000"/>
              </a:lnSpc>
              <a:spcBef>
                <a:spcPts val="500"/>
              </a:spcBef>
              <a:spcAft>
                <a:spcPts val="0"/>
              </a:spcAft>
              <a:buClr>
                <a:srgbClr val="171616"/>
              </a:buClr>
              <a:buSzPts val="1200"/>
              <a:buNone/>
              <a:defRPr sz="1200"/>
            </a:lvl3pPr>
            <a:lvl4pPr indent="-228600" lvl="3" marL="1828800" algn="l">
              <a:lnSpc>
                <a:spcPct val="90000"/>
              </a:lnSpc>
              <a:spcBef>
                <a:spcPts val="500"/>
              </a:spcBef>
              <a:spcAft>
                <a:spcPts val="0"/>
              </a:spcAft>
              <a:buClr>
                <a:srgbClr val="171616"/>
              </a:buClr>
              <a:buSzPts val="1000"/>
              <a:buNone/>
              <a:defRPr sz="1000"/>
            </a:lvl4pPr>
            <a:lvl5pPr indent="-228600" lvl="4" marL="2286000" algn="l">
              <a:lnSpc>
                <a:spcPct val="90000"/>
              </a:lnSpc>
              <a:spcBef>
                <a:spcPts val="500"/>
              </a:spcBef>
              <a:spcAft>
                <a:spcPts val="0"/>
              </a:spcAft>
              <a:buClr>
                <a:srgbClr val="171616"/>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p:cSld name="Title and Vertical Text">
    <p:spTree>
      <p:nvGrpSpPr>
        <p:cNvPr id="75" name="Shape 75"/>
        <p:cNvGrpSpPr/>
        <p:nvPr/>
      </p:nvGrpSpPr>
      <p:grpSpPr>
        <a:xfrm>
          <a:off x="0" y="0"/>
          <a:ext cx="0" cy="0"/>
          <a:chOff x="0" y="0"/>
          <a:chExt cx="0" cy="0"/>
        </a:xfrm>
      </p:grpSpPr>
      <p:sp>
        <p:nvSpPr>
          <p:cNvPr id="76" name="Google Shape;76;p25"/>
          <p:cNvSpPr txBox="1"/>
          <p:nvPr>
            <p:ph type="title"/>
          </p:nvPr>
        </p:nvSpPr>
        <p:spPr>
          <a:xfrm>
            <a:off x="678884" y="603666"/>
            <a:ext cx="10834234" cy="612775"/>
          </a:xfrm>
          <a:prstGeom prst="rect">
            <a:avLst/>
          </a:prstGeom>
          <a:noFill/>
          <a:ln>
            <a:noFill/>
          </a:ln>
        </p:spPr>
        <p:txBody>
          <a:bodyPr anchorCtr="0" anchor="ctr" bIns="0" lIns="0" spcFirstLastPara="1" rIns="0" wrap="square" tIns="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25"/>
          <p:cNvSpPr txBox="1"/>
          <p:nvPr>
            <p:ph idx="1" type="body"/>
          </p:nvPr>
        </p:nvSpPr>
        <p:spPr>
          <a:xfrm rot="5400000">
            <a:off x="4012534" y="-1673816"/>
            <a:ext cx="4166933" cy="10834234"/>
          </a:xfrm>
          <a:prstGeom prst="rect">
            <a:avLst/>
          </a:prstGeom>
          <a:noFill/>
          <a:ln>
            <a:noFill/>
          </a:ln>
        </p:spPr>
        <p:txBody>
          <a:bodyPr anchorCtr="0" anchor="t" bIns="45700" lIns="91425" spcFirstLastPara="1" rIns="91425" wrap="square" tIns="45700">
            <a:normAutofit/>
          </a:bodyPr>
          <a:lstStyle>
            <a:lvl1pPr indent="-406400" lvl="0" marL="457200" algn="l">
              <a:lnSpc>
                <a:spcPct val="90000"/>
              </a:lnSpc>
              <a:spcBef>
                <a:spcPts val="1000"/>
              </a:spcBef>
              <a:spcAft>
                <a:spcPts val="0"/>
              </a:spcAft>
              <a:buClr>
                <a:srgbClr val="171616"/>
              </a:buClr>
              <a:buSzPts val="2800"/>
              <a:buChar char="•"/>
              <a:defRPr>
                <a:solidFill>
                  <a:srgbClr val="171616"/>
                </a:solidFill>
              </a:defRPr>
            </a:lvl1pPr>
            <a:lvl2pPr indent="-381000" lvl="1" marL="914400" algn="l">
              <a:lnSpc>
                <a:spcPct val="90000"/>
              </a:lnSpc>
              <a:spcBef>
                <a:spcPts val="500"/>
              </a:spcBef>
              <a:spcAft>
                <a:spcPts val="0"/>
              </a:spcAft>
              <a:buClr>
                <a:srgbClr val="171616"/>
              </a:buClr>
              <a:buSzPts val="2400"/>
              <a:buChar char="•"/>
              <a:defRPr>
                <a:solidFill>
                  <a:srgbClr val="171616"/>
                </a:solidFill>
              </a:defRPr>
            </a:lvl2pPr>
            <a:lvl3pPr indent="-355600" lvl="2" marL="1371600" algn="l">
              <a:lnSpc>
                <a:spcPct val="90000"/>
              </a:lnSpc>
              <a:spcBef>
                <a:spcPts val="500"/>
              </a:spcBef>
              <a:spcAft>
                <a:spcPts val="0"/>
              </a:spcAft>
              <a:buClr>
                <a:srgbClr val="171616"/>
              </a:buClr>
              <a:buSzPts val="2000"/>
              <a:buChar char="•"/>
              <a:defRPr>
                <a:solidFill>
                  <a:srgbClr val="171616"/>
                </a:solidFill>
              </a:defRPr>
            </a:lvl3pPr>
            <a:lvl4pPr indent="-342900" lvl="3" marL="1828800" algn="l">
              <a:lnSpc>
                <a:spcPct val="90000"/>
              </a:lnSpc>
              <a:spcBef>
                <a:spcPts val="500"/>
              </a:spcBef>
              <a:spcAft>
                <a:spcPts val="0"/>
              </a:spcAft>
              <a:buClr>
                <a:srgbClr val="171616"/>
              </a:buClr>
              <a:buSzPts val="1800"/>
              <a:buChar char="•"/>
              <a:defRPr>
                <a:solidFill>
                  <a:srgbClr val="171616"/>
                </a:solidFill>
              </a:defRPr>
            </a:lvl4pPr>
            <a:lvl5pPr indent="-342900" lvl="4" marL="2286000" algn="l">
              <a:lnSpc>
                <a:spcPct val="90000"/>
              </a:lnSpc>
              <a:spcBef>
                <a:spcPts val="500"/>
              </a:spcBef>
              <a:spcAft>
                <a:spcPts val="0"/>
              </a:spcAft>
              <a:buClr>
                <a:srgbClr val="171616"/>
              </a:buClr>
              <a:buSzPts val="1800"/>
              <a:buChar char="•"/>
              <a:defRPr>
                <a:solidFill>
                  <a:srgbClr val="171616"/>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6.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6" Type="http://schemas.openxmlformats.org/officeDocument/2006/relationships/slideLayout" Target="../slideLayouts/slideLayout5.xml"/><Relationship Id="rId18" Type="http://schemas.openxmlformats.org/officeDocument/2006/relationships/theme" Target="../theme/theme2.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9"/>
          <p:cNvSpPr txBox="1"/>
          <p:nvPr>
            <p:ph type="title"/>
          </p:nvPr>
        </p:nvSpPr>
        <p:spPr>
          <a:xfrm>
            <a:off x="678884" y="603666"/>
            <a:ext cx="10834232" cy="612775"/>
          </a:xfrm>
          <a:prstGeom prst="rect">
            <a:avLst/>
          </a:prstGeom>
          <a:noFill/>
          <a:ln>
            <a:noFill/>
          </a:ln>
        </p:spPr>
        <p:txBody>
          <a:bodyPr anchorCtr="0" anchor="ctr" bIns="0" lIns="0" spcFirstLastPara="1" rIns="0" wrap="square" tIns="0">
            <a:normAutofit/>
          </a:bodyPr>
          <a:lstStyle>
            <a:lvl1pPr lvl="0" marR="0" rtl="0" algn="l">
              <a:lnSpc>
                <a:spcPct val="90000"/>
              </a:lnSpc>
              <a:spcBef>
                <a:spcPts val="0"/>
              </a:spcBef>
              <a:spcAft>
                <a:spcPts val="0"/>
              </a:spcAft>
              <a:buClr>
                <a:schemeClr val="dk1"/>
              </a:buClr>
              <a:buSzPts val="3400"/>
              <a:buFont typeface="Calibri"/>
              <a:buNone/>
              <a:defRPr b="1" i="0" sz="3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9"/>
          <p:cNvSpPr txBox="1"/>
          <p:nvPr>
            <p:ph idx="1" type="body"/>
          </p:nvPr>
        </p:nvSpPr>
        <p:spPr>
          <a:xfrm>
            <a:off x="678884" y="1659835"/>
            <a:ext cx="10834234" cy="4398065"/>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rgbClr val="171616"/>
              </a:buClr>
              <a:buSzPts val="2800"/>
              <a:buFont typeface="Arial"/>
              <a:buChar char="•"/>
              <a:defRPr b="0" i="0" sz="2800" u="none" cap="none" strike="noStrike">
                <a:solidFill>
                  <a:srgbClr val="171616"/>
                </a:solidFill>
                <a:latin typeface="Calibri"/>
                <a:ea typeface="Calibri"/>
                <a:cs typeface="Calibri"/>
                <a:sym typeface="Calibri"/>
              </a:defRPr>
            </a:lvl1pPr>
            <a:lvl2pPr indent="-381000" lvl="1" marL="914400" marR="0" rtl="0" algn="l">
              <a:lnSpc>
                <a:spcPct val="90000"/>
              </a:lnSpc>
              <a:spcBef>
                <a:spcPts val="500"/>
              </a:spcBef>
              <a:spcAft>
                <a:spcPts val="0"/>
              </a:spcAft>
              <a:buClr>
                <a:srgbClr val="171616"/>
              </a:buClr>
              <a:buSzPts val="2400"/>
              <a:buFont typeface="Arial"/>
              <a:buChar char="•"/>
              <a:defRPr b="0" i="0" sz="2400" u="none" cap="none" strike="noStrike">
                <a:solidFill>
                  <a:srgbClr val="171616"/>
                </a:solidFill>
                <a:latin typeface="Calibri"/>
                <a:ea typeface="Calibri"/>
                <a:cs typeface="Calibri"/>
                <a:sym typeface="Calibri"/>
              </a:defRPr>
            </a:lvl2pPr>
            <a:lvl3pPr indent="-355600" lvl="2" marL="1371600" marR="0" rtl="0" algn="l">
              <a:lnSpc>
                <a:spcPct val="90000"/>
              </a:lnSpc>
              <a:spcBef>
                <a:spcPts val="500"/>
              </a:spcBef>
              <a:spcAft>
                <a:spcPts val="0"/>
              </a:spcAft>
              <a:buClr>
                <a:srgbClr val="171616"/>
              </a:buClr>
              <a:buSzPts val="2000"/>
              <a:buFont typeface="Arial"/>
              <a:buChar char="•"/>
              <a:defRPr b="0" i="0" sz="2000" u="none" cap="none" strike="noStrike">
                <a:solidFill>
                  <a:srgbClr val="171616"/>
                </a:solidFill>
                <a:latin typeface="Calibri"/>
                <a:ea typeface="Calibri"/>
                <a:cs typeface="Calibri"/>
                <a:sym typeface="Calibri"/>
              </a:defRPr>
            </a:lvl3pPr>
            <a:lvl4pPr indent="-342900" lvl="3" marL="1828800" marR="0" rtl="0" algn="l">
              <a:lnSpc>
                <a:spcPct val="90000"/>
              </a:lnSpc>
              <a:spcBef>
                <a:spcPts val="500"/>
              </a:spcBef>
              <a:spcAft>
                <a:spcPts val="0"/>
              </a:spcAft>
              <a:buClr>
                <a:srgbClr val="171616"/>
              </a:buClr>
              <a:buSzPts val="1800"/>
              <a:buFont typeface="Arial"/>
              <a:buChar char="•"/>
              <a:defRPr b="0" i="0" sz="1800" u="none" cap="none" strike="noStrike">
                <a:solidFill>
                  <a:srgbClr val="171616"/>
                </a:solidFill>
                <a:latin typeface="Calibri"/>
                <a:ea typeface="Calibri"/>
                <a:cs typeface="Calibri"/>
                <a:sym typeface="Calibri"/>
              </a:defRPr>
            </a:lvl4pPr>
            <a:lvl5pPr indent="-342900" lvl="4" marL="2286000" marR="0" rtl="0" algn="l">
              <a:lnSpc>
                <a:spcPct val="90000"/>
              </a:lnSpc>
              <a:spcBef>
                <a:spcPts val="500"/>
              </a:spcBef>
              <a:spcAft>
                <a:spcPts val="0"/>
              </a:spcAft>
              <a:buClr>
                <a:srgbClr val="171616"/>
              </a:buClr>
              <a:buSzPts val="1800"/>
              <a:buFont typeface="Arial"/>
              <a:buChar char="•"/>
              <a:defRPr b="0" i="0" sz="1800" u="none" cap="none" strike="noStrike">
                <a:solidFill>
                  <a:srgbClr val="171616"/>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pic>
        <p:nvPicPr>
          <p:cNvPr descr="Top Ranked Data Science Institute, Classroom Plus Online Training | Boston  Institute of Analytics" id="12" name="Google Shape;12;p9"/>
          <p:cNvPicPr preferRelativeResize="0"/>
          <p:nvPr/>
        </p:nvPicPr>
        <p:blipFill rotWithShape="1">
          <a:blip r:embed="rId1">
            <a:alphaModFix/>
          </a:blip>
          <a:srcRect b="0" l="3999" r="3112" t="0"/>
          <a:stretch/>
        </p:blipFill>
        <p:spPr>
          <a:xfrm>
            <a:off x="9493777" y="6115409"/>
            <a:ext cx="2019339" cy="548917"/>
          </a:xfrm>
          <a:prstGeom prst="rect">
            <a:avLst/>
          </a:prstGeom>
          <a:noFill/>
          <a:ln>
            <a:noFill/>
          </a:ln>
        </p:spPr>
      </p:pic>
      <p:sp>
        <p:nvSpPr>
          <p:cNvPr id="13" name="Google Shape;13;p9"/>
          <p:cNvSpPr/>
          <p:nvPr/>
        </p:nvSpPr>
        <p:spPr>
          <a:xfrm>
            <a:off x="678883" y="6207305"/>
            <a:ext cx="7474517" cy="365125"/>
          </a:xfrm>
          <a:prstGeom prst="rect">
            <a:avLst/>
          </a:prstGeom>
          <a:solidFill>
            <a:schemeClr val="lt1"/>
          </a:solidFill>
          <a:ln>
            <a:noFill/>
          </a:ln>
        </p:spPr>
        <p:txBody>
          <a:bodyPr anchorCtr="0" anchor="ctr" bIns="0" lIns="0" spcFirstLastPara="1" rIns="0" wrap="square" tIns="0">
            <a:noAutofit/>
          </a:bodyPr>
          <a:lstStyle/>
          <a:p>
            <a:pPr indent="0" lvl="0" marL="0" marR="0" rtl="0" algn="l">
              <a:spcBef>
                <a:spcPts val="0"/>
              </a:spcBef>
              <a:spcAft>
                <a:spcPts val="0"/>
              </a:spcAft>
              <a:buNone/>
            </a:pPr>
            <a:r>
              <a:rPr b="1" i="0" lang="en-US" sz="1100" u="none" cap="none" strike="noStrike">
                <a:solidFill>
                  <a:srgbClr val="AEABAB"/>
                </a:solidFill>
                <a:latin typeface="Calibri"/>
                <a:ea typeface="Calibri"/>
                <a:cs typeface="Calibri"/>
                <a:sym typeface="Calibri"/>
              </a:rPr>
              <a:t>CONFIDENTIAL</a:t>
            </a:r>
            <a:r>
              <a:rPr b="0" i="0" lang="en-US" sz="1100" u="none" cap="none" strike="noStrike">
                <a:solidFill>
                  <a:srgbClr val="AEABAB"/>
                </a:solidFill>
                <a:latin typeface="Calibri"/>
                <a:ea typeface="Calibri"/>
                <a:cs typeface="Calibri"/>
                <a:sym typeface="Calibri"/>
              </a:rPr>
              <a:t>: The information in this document belongs to Boston Institute of Analytics LLC. Any unauthorized sharing of this material is prohibited and subject to legal action under breach of IP and confidentiality clauses. </a:t>
            </a:r>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13.png"/><Relationship Id="rId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5.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2"/>
          <p:cNvSpPr txBox="1"/>
          <p:nvPr>
            <p:ph type="title"/>
          </p:nvPr>
        </p:nvSpPr>
        <p:spPr>
          <a:xfrm>
            <a:off x="678884" y="237001"/>
            <a:ext cx="10834200" cy="612900"/>
          </a:xfrm>
          <a:prstGeom prst="rect">
            <a:avLst/>
          </a:prstGeom>
          <a:noFill/>
          <a:ln>
            <a:noFill/>
          </a:ln>
        </p:spPr>
        <p:txBody>
          <a:bodyPr anchorCtr="0" anchor="ctr" bIns="0" lIns="0" spcFirstLastPara="1" rIns="0" wrap="square" tIns="0">
            <a:normAutofit/>
          </a:bodyPr>
          <a:lstStyle/>
          <a:p>
            <a:pPr indent="0" lvl="0" marL="0" rtl="0" algn="l">
              <a:lnSpc>
                <a:spcPct val="90000"/>
              </a:lnSpc>
              <a:spcBef>
                <a:spcPts val="0"/>
              </a:spcBef>
              <a:spcAft>
                <a:spcPts val="0"/>
              </a:spcAft>
              <a:buClr>
                <a:schemeClr val="dk1"/>
              </a:buClr>
              <a:buSzPts val="3400"/>
              <a:buFont typeface="Calibri"/>
              <a:buNone/>
            </a:pPr>
            <a:r>
              <a:rPr lang="en-US"/>
              <a:t>Agenda</a:t>
            </a:r>
            <a:endParaRPr/>
          </a:p>
        </p:txBody>
      </p:sp>
      <p:sp>
        <p:nvSpPr>
          <p:cNvPr id="83" name="Google Shape;83;p2"/>
          <p:cNvSpPr txBox="1"/>
          <p:nvPr>
            <p:ph idx="1" type="body"/>
          </p:nvPr>
        </p:nvSpPr>
        <p:spPr>
          <a:xfrm>
            <a:off x="678875" y="1162129"/>
            <a:ext cx="10834200" cy="4856700"/>
          </a:xfrm>
          <a:prstGeom prst="rect">
            <a:avLst/>
          </a:prstGeom>
          <a:noFill/>
          <a:ln>
            <a:noFill/>
          </a:ln>
        </p:spPr>
        <p:txBody>
          <a:bodyPr anchorCtr="0" anchor="t" bIns="45700" lIns="91425" spcFirstLastPara="1" rIns="91425" wrap="square" tIns="45700">
            <a:noAutofit/>
          </a:bodyPr>
          <a:lstStyle/>
          <a:p>
            <a:pPr indent="-336550" lvl="0" marL="457200" rtl="0" algn="l">
              <a:lnSpc>
                <a:spcPct val="150000"/>
              </a:lnSpc>
              <a:spcBef>
                <a:spcPts val="1200"/>
              </a:spcBef>
              <a:spcAft>
                <a:spcPts val="0"/>
              </a:spcAft>
              <a:buClr>
                <a:srgbClr val="000000"/>
              </a:buClr>
              <a:buSzPts val="1700"/>
              <a:buChar char="●"/>
            </a:pPr>
            <a:r>
              <a:rPr b="1" lang="en-US" sz="1700">
                <a:solidFill>
                  <a:srgbClr val="000000"/>
                </a:solidFill>
                <a:latin typeface="Arial"/>
                <a:ea typeface="Arial"/>
                <a:cs typeface="Arial"/>
                <a:sym typeface="Arial"/>
              </a:rPr>
              <a:t>Introduction</a:t>
            </a:r>
            <a:endParaRPr b="1" sz="1700">
              <a:solidFill>
                <a:srgbClr val="000000"/>
              </a:solidFill>
              <a:latin typeface="Arial"/>
              <a:ea typeface="Arial"/>
              <a:cs typeface="Arial"/>
              <a:sym typeface="Arial"/>
            </a:endParaRPr>
          </a:p>
          <a:p>
            <a:pPr indent="-336550" lvl="0" marL="457200" rtl="0" algn="l">
              <a:lnSpc>
                <a:spcPct val="150000"/>
              </a:lnSpc>
              <a:spcBef>
                <a:spcPts val="0"/>
              </a:spcBef>
              <a:spcAft>
                <a:spcPts val="0"/>
              </a:spcAft>
              <a:buClr>
                <a:srgbClr val="000000"/>
              </a:buClr>
              <a:buSzPts val="1700"/>
              <a:buChar char="●"/>
            </a:pPr>
            <a:r>
              <a:rPr b="1" lang="en-US" sz="1700">
                <a:solidFill>
                  <a:srgbClr val="000000"/>
                </a:solidFill>
                <a:latin typeface="Arial"/>
                <a:ea typeface="Arial"/>
                <a:cs typeface="Arial"/>
                <a:sym typeface="Arial"/>
              </a:rPr>
              <a:t>Objective of the Tool</a:t>
            </a:r>
            <a:endParaRPr b="1" sz="1700">
              <a:solidFill>
                <a:srgbClr val="000000"/>
              </a:solidFill>
              <a:latin typeface="Arial"/>
              <a:ea typeface="Arial"/>
              <a:cs typeface="Arial"/>
              <a:sym typeface="Arial"/>
            </a:endParaRPr>
          </a:p>
          <a:p>
            <a:pPr indent="-336550" lvl="0" marL="457200" rtl="0" algn="l">
              <a:lnSpc>
                <a:spcPct val="150000"/>
              </a:lnSpc>
              <a:spcBef>
                <a:spcPts val="0"/>
              </a:spcBef>
              <a:spcAft>
                <a:spcPts val="0"/>
              </a:spcAft>
              <a:buClr>
                <a:srgbClr val="000000"/>
              </a:buClr>
              <a:buSzPts val="1700"/>
              <a:buChar char="●"/>
            </a:pPr>
            <a:r>
              <a:rPr b="1" lang="en-US" sz="1700">
                <a:solidFill>
                  <a:srgbClr val="000000"/>
                </a:solidFill>
                <a:latin typeface="Arial"/>
                <a:ea typeface="Arial"/>
                <a:cs typeface="Arial"/>
                <a:sym typeface="Arial"/>
              </a:rPr>
              <a:t>Attack Vector, Attack Surface &amp; Attack Arena</a:t>
            </a:r>
            <a:endParaRPr b="1" sz="1700">
              <a:solidFill>
                <a:srgbClr val="000000"/>
              </a:solidFill>
              <a:latin typeface="Arial"/>
              <a:ea typeface="Arial"/>
              <a:cs typeface="Arial"/>
              <a:sym typeface="Arial"/>
            </a:endParaRPr>
          </a:p>
          <a:p>
            <a:pPr indent="-336550" lvl="0" marL="457200" rtl="0" algn="l">
              <a:lnSpc>
                <a:spcPct val="150000"/>
              </a:lnSpc>
              <a:spcBef>
                <a:spcPts val="0"/>
              </a:spcBef>
              <a:spcAft>
                <a:spcPts val="0"/>
              </a:spcAft>
              <a:buClr>
                <a:srgbClr val="000000"/>
              </a:buClr>
              <a:buSzPts val="1700"/>
              <a:buChar char="●"/>
            </a:pPr>
            <a:r>
              <a:rPr b="1" lang="en-US" sz="1700">
                <a:solidFill>
                  <a:srgbClr val="000000"/>
                </a:solidFill>
                <a:latin typeface="Arial"/>
                <a:ea typeface="Arial"/>
                <a:cs typeface="Arial"/>
                <a:sym typeface="Arial"/>
              </a:rPr>
              <a:t>System Architecture</a:t>
            </a:r>
            <a:endParaRPr b="1" sz="1700">
              <a:solidFill>
                <a:srgbClr val="000000"/>
              </a:solidFill>
              <a:latin typeface="Arial"/>
              <a:ea typeface="Arial"/>
              <a:cs typeface="Arial"/>
              <a:sym typeface="Arial"/>
            </a:endParaRPr>
          </a:p>
          <a:p>
            <a:pPr indent="-336550" lvl="0" marL="457200" rtl="0" algn="l">
              <a:lnSpc>
                <a:spcPct val="150000"/>
              </a:lnSpc>
              <a:spcBef>
                <a:spcPts val="0"/>
              </a:spcBef>
              <a:spcAft>
                <a:spcPts val="0"/>
              </a:spcAft>
              <a:buClr>
                <a:srgbClr val="000000"/>
              </a:buClr>
              <a:buSzPts val="1700"/>
              <a:buChar char="●"/>
            </a:pPr>
            <a:r>
              <a:rPr b="1" lang="en-US" sz="1700">
                <a:solidFill>
                  <a:srgbClr val="000000"/>
                </a:solidFill>
                <a:latin typeface="Arial"/>
                <a:ea typeface="Arial"/>
                <a:cs typeface="Arial"/>
                <a:sym typeface="Arial"/>
              </a:rPr>
              <a:t>Working of the ShieldGuard Tool</a:t>
            </a:r>
            <a:endParaRPr b="1" sz="1700">
              <a:solidFill>
                <a:srgbClr val="000000"/>
              </a:solidFill>
              <a:latin typeface="Arial"/>
              <a:ea typeface="Arial"/>
              <a:cs typeface="Arial"/>
              <a:sym typeface="Arial"/>
            </a:endParaRPr>
          </a:p>
          <a:p>
            <a:pPr indent="-336550" lvl="0" marL="457200" rtl="0" algn="l">
              <a:lnSpc>
                <a:spcPct val="150000"/>
              </a:lnSpc>
              <a:spcBef>
                <a:spcPts val="0"/>
              </a:spcBef>
              <a:spcAft>
                <a:spcPts val="0"/>
              </a:spcAft>
              <a:buClr>
                <a:srgbClr val="000000"/>
              </a:buClr>
              <a:buSzPts val="1700"/>
              <a:buChar char="●"/>
            </a:pPr>
            <a:r>
              <a:rPr b="1" lang="en-US" sz="1700">
                <a:solidFill>
                  <a:srgbClr val="000000"/>
                </a:solidFill>
                <a:latin typeface="Arial"/>
                <a:ea typeface="Arial"/>
                <a:cs typeface="Arial"/>
                <a:sym typeface="Arial"/>
              </a:rPr>
              <a:t>Tools Used</a:t>
            </a:r>
            <a:endParaRPr b="1" sz="1700">
              <a:solidFill>
                <a:srgbClr val="000000"/>
              </a:solidFill>
              <a:latin typeface="Arial"/>
              <a:ea typeface="Arial"/>
              <a:cs typeface="Arial"/>
              <a:sym typeface="Arial"/>
            </a:endParaRPr>
          </a:p>
          <a:p>
            <a:pPr indent="-336550" lvl="0" marL="457200" rtl="0" algn="l">
              <a:lnSpc>
                <a:spcPct val="150000"/>
              </a:lnSpc>
              <a:spcBef>
                <a:spcPts val="0"/>
              </a:spcBef>
              <a:spcAft>
                <a:spcPts val="0"/>
              </a:spcAft>
              <a:buClr>
                <a:srgbClr val="000000"/>
              </a:buClr>
              <a:buSzPts val="1700"/>
              <a:buChar char="●"/>
            </a:pPr>
            <a:r>
              <a:rPr b="1" lang="en-US" sz="1700">
                <a:solidFill>
                  <a:srgbClr val="000000"/>
                </a:solidFill>
                <a:latin typeface="Arial"/>
                <a:ea typeface="Arial"/>
                <a:cs typeface="Arial"/>
                <a:sym typeface="Arial"/>
              </a:rPr>
              <a:t>Proof of Concept (PoC)</a:t>
            </a:r>
            <a:endParaRPr b="1" sz="1700">
              <a:solidFill>
                <a:srgbClr val="000000"/>
              </a:solidFill>
              <a:latin typeface="Arial"/>
              <a:ea typeface="Arial"/>
              <a:cs typeface="Arial"/>
              <a:sym typeface="Arial"/>
            </a:endParaRPr>
          </a:p>
          <a:p>
            <a:pPr indent="-336550" lvl="0" marL="457200" rtl="0" algn="l">
              <a:lnSpc>
                <a:spcPct val="150000"/>
              </a:lnSpc>
              <a:spcBef>
                <a:spcPts val="0"/>
              </a:spcBef>
              <a:spcAft>
                <a:spcPts val="0"/>
              </a:spcAft>
              <a:buClr>
                <a:srgbClr val="000000"/>
              </a:buClr>
              <a:buSzPts val="1700"/>
              <a:buChar char="●"/>
            </a:pPr>
            <a:r>
              <a:rPr b="1" lang="en-US" sz="1700">
                <a:solidFill>
                  <a:srgbClr val="000000"/>
                </a:solidFill>
                <a:latin typeface="Arial"/>
                <a:ea typeface="Arial"/>
                <a:cs typeface="Arial"/>
                <a:sym typeface="Arial"/>
              </a:rPr>
              <a:t>Impact Analysis</a:t>
            </a:r>
            <a:endParaRPr b="1" sz="1700">
              <a:solidFill>
                <a:srgbClr val="000000"/>
              </a:solidFill>
              <a:latin typeface="Arial"/>
              <a:ea typeface="Arial"/>
              <a:cs typeface="Arial"/>
              <a:sym typeface="Arial"/>
            </a:endParaRPr>
          </a:p>
          <a:p>
            <a:pPr indent="-336550" lvl="0" marL="457200" rtl="0" algn="l">
              <a:lnSpc>
                <a:spcPct val="150000"/>
              </a:lnSpc>
              <a:spcBef>
                <a:spcPts val="0"/>
              </a:spcBef>
              <a:spcAft>
                <a:spcPts val="0"/>
              </a:spcAft>
              <a:buClr>
                <a:srgbClr val="000000"/>
              </a:buClr>
              <a:buSzPts val="1700"/>
              <a:buChar char="●"/>
            </a:pPr>
            <a:r>
              <a:rPr b="1" lang="en-US" sz="1700">
                <a:solidFill>
                  <a:srgbClr val="000000"/>
                </a:solidFill>
                <a:latin typeface="Arial"/>
                <a:ea typeface="Arial"/>
                <a:cs typeface="Arial"/>
                <a:sym typeface="Arial"/>
              </a:rPr>
              <a:t>Mitigation &amp; Blocking Mechanism</a:t>
            </a:r>
            <a:endParaRPr b="1" sz="1700">
              <a:solidFill>
                <a:srgbClr val="000000"/>
              </a:solidFill>
              <a:latin typeface="Arial"/>
              <a:ea typeface="Arial"/>
              <a:cs typeface="Arial"/>
              <a:sym typeface="Arial"/>
            </a:endParaRPr>
          </a:p>
          <a:p>
            <a:pPr indent="-336550" lvl="0" marL="457200" rtl="0" algn="l">
              <a:lnSpc>
                <a:spcPct val="150000"/>
              </a:lnSpc>
              <a:spcBef>
                <a:spcPts val="0"/>
              </a:spcBef>
              <a:spcAft>
                <a:spcPts val="0"/>
              </a:spcAft>
              <a:buClr>
                <a:srgbClr val="000000"/>
              </a:buClr>
              <a:buSzPts val="1700"/>
              <a:buChar char="●"/>
            </a:pPr>
            <a:r>
              <a:rPr b="1" lang="en-US" sz="1700">
                <a:solidFill>
                  <a:srgbClr val="000000"/>
                </a:solidFill>
                <a:latin typeface="Arial"/>
                <a:ea typeface="Arial"/>
                <a:cs typeface="Arial"/>
                <a:sym typeface="Arial"/>
              </a:rPr>
              <a:t>Conclusion</a:t>
            </a:r>
            <a:endParaRPr b="1" sz="1700">
              <a:solidFill>
                <a:srgbClr val="000000"/>
              </a:solidFill>
              <a:latin typeface="Arial"/>
              <a:ea typeface="Arial"/>
              <a:cs typeface="Arial"/>
              <a:sym typeface="Arial"/>
            </a:endParaRPr>
          </a:p>
          <a:p>
            <a:pPr indent="-336550" lvl="0" marL="457200" rtl="0" algn="l">
              <a:lnSpc>
                <a:spcPct val="150000"/>
              </a:lnSpc>
              <a:spcBef>
                <a:spcPts val="0"/>
              </a:spcBef>
              <a:spcAft>
                <a:spcPts val="0"/>
              </a:spcAft>
              <a:buClr>
                <a:srgbClr val="000000"/>
              </a:buClr>
              <a:buSzPts val="1700"/>
              <a:buChar char="●"/>
            </a:pPr>
            <a:r>
              <a:rPr b="1" lang="en-US" sz="1700">
                <a:solidFill>
                  <a:srgbClr val="000000"/>
                </a:solidFill>
                <a:latin typeface="Arial"/>
                <a:ea typeface="Arial"/>
                <a:cs typeface="Arial"/>
                <a:sym typeface="Arial"/>
              </a:rPr>
              <a:t>References</a:t>
            </a:r>
            <a:endParaRPr b="1" sz="1700">
              <a:solidFill>
                <a:srgbClr val="000000"/>
              </a:solidFill>
              <a:latin typeface="Arial"/>
              <a:ea typeface="Arial"/>
              <a:cs typeface="Arial"/>
              <a:sym typeface="Arial"/>
            </a:endParaRPr>
          </a:p>
          <a:p>
            <a:pPr indent="0" lvl="0" marL="457200" rtl="0" algn="l">
              <a:lnSpc>
                <a:spcPct val="150000"/>
              </a:lnSpc>
              <a:spcBef>
                <a:spcPts val="1200"/>
              </a:spcBef>
              <a:spcAft>
                <a:spcPts val="1200"/>
              </a:spcAft>
              <a:buNone/>
            </a:pPr>
            <a:r>
              <a:t/>
            </a:r>
            <a:endParaRPr b="1" sz="20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3"/>
          <p:cNvSpPr txBox="1"/>
          <p:nvPr>
            <p:ph type="title"/>
          </p:nvPr>
        </p:nvSpPr>
        <p:spPr>
          <a:xfrm>
            <a:off x="678884" y="277741"/>
            <a:ext cx="10834200" cy="612900"/>
          </a:xfrm>
          <a:prstGeom prst="rect">
            <a:avLst/>
          </a:prstGeom>
          <a:noFill/>
          <a:ln>
            <a:noFill/>
          </a:ln>
        </p:spPr>
        <p:txBody>
          <a:bodyPr anchorCtr="0" anchor="ctr" bIns="0" lIns="0" spcFirstLastPara="1" rIns="0" wrap="square" tIns="0">
            <a:normAutofit/>
          </a:bodyPr>
          <a:lstStyle/>
          <a:p>
            <a:pPr indent="0" lvl="0" marL="0" rtl="0" algn="l">
              <a:lnSpc>
                <a:spcPct val="90000"/>
              </a:lnSpc>
              <a:spcBef>
                <a:spcPts val="0"/>
              </a:spcBef>
              <a:spcAft>
                <a:spcPts val="0"/>
              </a:spcAft>
              <a:buClr>
                <a:schemeClr val="dk1"/>
              </a:buClr>
              <a:buSzPts val="3400"/>
              <a:buFont typeface="Calibri"/>
              <a:buNone/>
            </a:pPr>
            <a:r>
              <a:rPr lang="en-US"/>
              <a:t>Abstract</a:t>
            </a:r>
            <a:endParaRPr/>
          </a:p>
        </p:txBody>
      </p:sp>
      <p:sp>
        <p:nvSpPr>
          <p:cNvPr id="89" name="Google Shape;89;p3"/>
          <p:cNvSpPr txBox="1"/>
          <p:nvPr>
            <p:ph idx="1" type="body"/>
          </p:nvPr>
        </p:nvSpPr>
        <p:spPr>
          <a:xfrm>
            <a:off x="678884" y="1036806"/>
            <a:ext cx="10834200" cy="4398000"/>
          </a:xfrm>
          <a:prstGeom prst="rect">
            <a:avLst/>
          </a:prstGeom>
          <a:noFill/>
          <a:ln>
            <a:noFill/>
          </a:ln>
        </p:spPr>
        <p:txBody>
          <a:bodyPr anchorCtr="0" anchor="t" bIns="45700" lIns="91425" spcFirstLastPara="1" rIns="91425" wrap="square" tIns="45700">
            <a:normAutofit/>
          </a:bodyPr>
          <a:lstStyle/>
          <a:p>
            <a:pPr indent="0" lvl="0" marL="0" rtl="0" algn="l">
              <a:lnSpc>
                <a:spcPct val="150000"/>
              </a:lnSpc>
              <a:spcBef>
                <a:spcPts val="1200"/>
              </a:spcBef>
              <a:spcAft>
                <a:spcPts val="0"/>
              </a:spcAft>
              <a:buNone/>
            </a:pPr>
            <a:r>
              <a:rPr lang="en-US" sz="1700">
                <a:solidFill>
                  <a:srgbClr val="000000"/>
                </a:solidFill>
                <a:latin typeface="Arial"/>
                <a:ea typeface="Arial"/>
                <a:cs typeface="Arial"/>
                <a:sym typeface="Arial"/>
              </a:rPr>
              <a:t>This project presents </a:t>
            </a:r>
            <a:r>
              <a:rPr b="1" lang="en-US" sz="1700">
                <a:solidFill>
                  <a:srgbClr val="000000"/>
                </a:solidFill>
                <a:latin typeface="Arial"/>
                <a:ea typeface="Arial"/>
                <a:cs typeface="Arial"/>
                <a:sym typeface="Arial"/>
              </a:rPr>
              <a:t>ShieldGuard</a:t>
            </a:r>
            <a:r>
              <a:rPr lang="en-US" sz="1700">
                <a:solidFill>
                  <a:srgbClr val="000000"/>
                </a:solidFill>
                <a:latin typeface="Arial"/>
                <a:ea typeface="Arial"/>
                <a:cs typeface="Arial"/>
                <a:sym typeface="Arial"/>
              </a:rPr>
              <a:t>, a web-based </a:t>
            </a:r>
            <a:r>
              <a:rPr b="1" lang="en-US" sz="1700">
                <a:solidFill>
                  <a:srgbClr val="000000"/>
                </a:solidFill>
                <a:latin typeface="Arial"/>
                <a:ea typeface="Arial"/>
                <a:cs typeface="Arial"/>
                <a:sym typeface="Arial"/>
              </a:rPr>
              <a:t>DoS/DDoS</a:t>
            </a:r>
            <a:r>
              <a:rPr lang="en-US" sz="1700">
                <a:solidFill>
                  <a:srgbClr val="000000"/>
                </a:solidFill>
                <a:latin typeface="Arial"/>
                <a:ea typeface="Arial"/>
                <a:cs typeface="Arial"/>
                <a:sym typeface="Arial"/>
              </a:rPr>
              <a:t> detection tool designed to monitor network traffic and identify abnormal traffic spikes in real time. The system captures packet-level data and analyzes traffic patterns to detect potential denial-of-service attacks. Although the proof of concept is implemented in a controlled localhost environment, the tool is not limited to local testing and can be deployed on external servers, cloud instances, or network gateways by configuring the appropriate network interface and IP settings. Upon detection, the system identifies the attacking source, applies blocking rules, and provides real-time visualization through an intuitive web dashboard, making it suitable for flexible deployment across different network environments.</a:t>
            </a:r>
            <a:endParaRPr sz="1700">
              <a:solidFill>
                <a:srgbClr val="000000"/>
              </a:solidFill>
              <a:latin typeface="Arial"/>
              <a:ea typeface="Arial"/>
              <a:cs typeface="Arial"/>
              <a:sym typeface="Arial"/>
            </a:endParaRPr>
          </a:p>
          <a:p>
            <a:pPr indent="0" lvl="0" marL="0" rtl="0" algn="l">
              <a:lnSpc>
                <a:spcPct val="150000"/>
              </a:lnSpc>
              <a:spcBef>
                <a:spcPts val="1200"/>
              </a:spcBef>
              <a:spcAft>
                <a:spcPts val="0"/>
              </a:spcAft>
              <a:buNone/>
            </a:pPr>
            <a:r>
              <a:t/>
            </a:r>
            <a:endParaRPr sz="1800">
              <a:solidFill>
                <a:srgbClr val="000000"/>
              </a:solidFill>
              <a:latin typeface="Arial"/>
              <a:ea typeface="Arial"/>
              <a:cs typeface="Arial"/>
              <a:sym typeface="Arial"/>
            </a:endParaRPr>
          </a:p>
          <a:p>
            <a:pPr indent="0" lvl="0" marL="0" marR="0" rtl="0" algn="l">
              <a:lnSpc>
                <a:spcPct val="150000"/>
              </a:lnSpc>
              <a:spcBef>
                <a:spcPts val="1200"/>
              </a:spcBef>
              <a:spcAft>
                <a:spcPts val="0"/>
              </a:spcAft>
              <a:buNone/>
            </a:pPr>
            <a:r>
              <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g3b1a60aee5a_0_30"/>
          <p:cNvSpPr txBox="1"/>
          <p:nvPr>
            <p:ph type="title"/>
          </p:nvPr>
        </p:nvSpPr>
        <p:spPr>
          <a:xfrm>
            <a:off x="678884" y="372803"/>
            <a:ext cx="10834200" cy="612900"/>
          </a:xfrm>
          <a:prstGeom prst="rect">
            <a:avLst/>
          </a:prstGeom>
          <a:noFill/>
          <a:ln>
            <a:noFill/>
          </a:ln>
        </p:spPr>
        <p:txBody>
          <a:bodyPr anchorCtr="0" anchor="ctr" bIns="0" lIns="0" spcFirstLastPara="1" rIns="0" wrap="square" tIns="0">
            <a:normAutofit/>
          </a:bodyPr>
          <a:lstStyle/>
          <a:p>
            <a:pPr indent="0" lvl="0" marL="0" rtl="0" algn="l">
              <a:lnSpc>
                <a:spcPct val="90000"/>
              </a:lnSpc>
              <a:spcBef>
                <a:spcPts val="0"/>
              </a:spcBef>
              <a:spcAft>
                <a:spcPts val="0"/>
              </a:spcAft>
              <a:buClr>
                <a:schemeClr val="dk1"/>
              </a:buClr>
              <a:buSzPts val="3400"/>
              <a:buFont typeface="Calibri"/>
              <a:buNone/>
            </a:pPr>
            <a:r>
              <a:rPr lang="en-US"/>
              <a:t>Introduction</a:t>
            </a:r>
            <a:endParaRPr/>
          </a:p>
        </p:txBody>
      </p:sp>
      <p:sp>
        <p:nvSpPr>
          <p:cNvPr id="95" name="Google Shape;95;g3b1a60aee5a_0_30"/>
          <p:cNvSpPr txBox="1"/>
          <p:nvPr>
            <p:ph idx="1" type="body"/>
          </p:nvPr>
        </p:nvSpPr>
        <p:spPr>
          <a:xfrm>
            <a:off x="678884" y="1213348"/>
            <a:ext cx="10834200" cy="4398000"/>
          </a:xfrm>
          <a:prstGeom prst="rect">
            <a:avLst/>
          </a:prstGeom>
          <a:noFill/>
          <a:ln>
            <a:noFill/>
          </a:ln>
        </p:spPr>
        <p:txBody>
          <a:bodyPr anchorCtr="0" anchor="t" bIns="45700" lIns="91425" spcFirstLastPara="1" rIns="91425" wrap="square" tIns="45700">
            <a:noAutofit/>
          </a:bodyPr>
          <a:lstStyle/>
          <a:p>
            <a:pPr indent="-336550" lvl="0" marL="457200" rtl="0" algn="l">
              <a:lnSpc>
                <a:spcPct val="150000"/>
              </a:lnSpc>
              <a:spcBef>
                <a:spcPts val="1200"/>
              </a:spcBef>
              <a:spcAft>
                <a:spcPts val="0"/>
              </a:spcAft>
              <a:buClr>
                <a:srgbClr val="000000"/>
              </a:buClr>
              <a:buSzPts val="1700"/>
              <a:buFont typeface="Arial"/>
              <a:buChar char="•"/>
            </a:pPr>
            <a:r>
              <a:rPr b="1" lang="en-US" sz="1700">
                <a:solidFill>
                  <a:srgbClr val="000000"/>
                </a:solidFill>
                <a:latin typeface="Arial"/>
                <a:ea typeface="Arial"/>
                <a:cs typeface="Arial"/>
                <a:sym typeface="Arial"/>
              </a:rPr>
              <a:t>Denial of Service (DoS)</a:t>
            </a:r>
            <a:r>
              <a:rPr lang="en-US" sz="1700">
                <a:solidFill>
                  <a:srgbClr val="000000"/>
                </a:solidFill>
                <a:latin typeface="Arial"/>
                <a:ea typeface="Arial"/>
                <a:cs typeface="Arial"/>
                <a:sym typeface="Arial"/>
              </a:rPr>
              <a:t> and Distributed </a:t>
            </a:r>
            <a:r>
              <a:rPr b="1" lang="en-US" sz="1700">
                <a:solidFill>
                  <a:srgbClr val="000000"/>
                </a:solidFill>
                <a:latin typeface="Arial"/>
                <a:ea typeface="Arial"/>
                <a:cs typeface="Arial"/>
                <a:sym typeface="Arial"/>
              </a:rPr>
              <a:t>Denial of Service (DDoS)</a:t>
            </a:r>
            <a:r>
              <a:rPr lang="en-US" sz="1700">
                <a:solidFill>
                  <a:srgbClr val="000000"/>
                </a:solidFill>
                <a:latin typeface="Arial"/>
                <a:ea typeface="Arial"/>
                <a:cs typeface="Arial"/>
                <a:sym typeface="Arial"/>
              </a:rPr>
              <a:t> attacks are among the most common and disruptive cyber threats targeting modern networks and web services. These attacks aim to overwhelm servers or network resources with excessive traffic, leading to service downtime, performance degradation, and financial and reputational losses. With the increasing dependency on online services, early detection and rapid mitigation of such attacks have become critical.</a:t>
            </a:r>
            <a:endParaRPr sz="1700">
              <a:solidFill>
                <a:srgbClr val="000000"/>
              </a:solidFill>
              <a:latin typeface="Arial"/>
              <a:ea typeface="Arial"/>
              <a:cs typeface="Arial"/>
              <a:sym typeface="Arial"/>
            </a:endParaRPr>
          </a:p>
          <a:p>
            <a:pPr indent="-336550" lvl="0" marL="457200" rtl="0" algn="l">
              <a:lnSpc>
                <a:spcPct val="150000"/>
              </a:lnSpc>
              <a:spcBef>
                <a:spcPts val="0"/>
              </a:spcBef>
              <a:spcAft>
                <a:spcPts val="0"/>
              </a:spcAft>
              <a:buClr>
                <a:srgbClr val="000000"/>
              </a:buClr>
              <a:buSzPts val="1700"/>
              <a:buFont typeface="Arial"/>
              <a:buChar char="•"/>
            </a:pPr>
            <a:r>
              <a:rPr lang="en-US" sz="1700">
                <a:solidFill>
                  <a:srgbClr val="000000"/>
                </a:solidFill>
                <a:latin typeface="Arial"/>
                <a:ea typeface="Arial"/>
                <a:cs typeface="Arial"/>
                <a:sym typeface="Arial"/>
              </a:rPr>
              <a:t>This project introduces </a:t>
            </a:r>
            <a:r>
              <a:rPr b="1" lang="en-US" sz="1700">
                <a:solidFill>
                  <a:srgbClr val="000000"/>
                </a:solidFill>
                <a:latin typeface="Arial"/>
                <a:ea typeface="Arial"/>
                <a:cs typeface="Arial"/>
                <a:sym typeface="Arial"/>
              </a:rPr>
              <a:t>ShieldGuard</a:t>
            </a:r>
            <a:r>
              <a:rPr lang="en-US" sz="1700">
                <a:solidFill>
                  <a:srgbClr val="000000"/>
                </a:solidFill>
                <a:latin typeface="Arial"/>
                <a:ea typeface="Arial"/>
                <a:cs typeface="Arial"/>
                <a:sym typeface="Arial"/>
              </a:rPr>
              <a:t>, a DoS/DDoS detection tool designed to continuously monitor network traffic, analyze traffic behavior, and identify abnormal spikes that indicate potential attacks. The system provides real-time visibility into network activity through a simple and intuitive web-based interface. By detecting malicious traffic patterns and responding promptly, the tool helps improve network resilience and ensures service availability across local and deployed server environments.</a:t>
            </a:r>
            <a:endParaRPr sz="1700">
              <a:solidFill>
                <a:srgbClr val="000000"/>
              </a:solidFill>
              <a:latin typeface="Arial"/>
              <a:ea typeface="Arial"/>
              <a:cs typeface="Arial"/>
              <a:sym typeface="Arial"/>
            </a:endParaRPr>
          </a:p>
          <a:p>
            <a:pPr indent="0" lvl="0" marL="0" rtl="0" algn="l">
              <a:lnSpc>
                <a:spcPct val="150000"/>
              </a:lnSpc>
              <a:spcBef>
                <a:spcPts val="1200"/>
              </a:spcBef>
              <a:spcAft>
                <a:spcPts val="0"/>
              </a:spcAft>
              <a:buNone/>
            </a:pPr>
            <a:r>
              <a:t/>
            </a:r>
            <a:endParaRPr sz="1500">
              <a:solidFill>
                <a:srgbClr val="000000"/>
              </a:solidFill>
              <a:latin typeface="Arial"/>
              <a:ea typeface="Arial"/>
              <a:cs typeface="Arial"/>
              <a:sym typeface="Arial"/>
            </a:endParaRPr>
          </a:p>
          <a:p>
            <a:pPr indent="0" lvl="0" marL="0" rtl="0" algn="l">
              <a:lnSpc>
                <a:spcPct val="150000"/>
              </a:lnSpc>
              <a:spcBef>
                <a:spcPts val="1200"/>
              </a:spcBef>
              <a:spcAft>
                <a:spcPts val="0"/>
              </a:spcAft>
              <a:buNone/>
            </a:pPr>
            <a:r>
              <a:t/>
            </a:r>
            <a:endParaRPr sz="1500">
              <a:solidFill>
                <a:srgbClr val="000000"/>
              </a:solidFill>
              <a:latin typeface="Arial"/>
              <a:ea typeface="Arial"/>
              <a:cs typeface="Arial"/>
              <a:sym typeface="Arial"/>
            </a:endParaRPr>
          </a:p>
          <a:p>
            <a:pPr indent="0" lvl="0" marL="0" marR="0" rtl="0" algn="l">
              <a:lnSpc>
                <a:spcPct val="150000"/>
              </a:lnSpc>
              <a:spcBef>
                <a:spcPts val="1200"/>
              </a:spcBef>
              <a:spcAft>
                <a:spcPts val="0"/>
              </a:spcAft>
              <a:buNone/>
            </a:pPr>
            <a:r>
              <a:t/>
            </a:r>
            <a:endParaRPr sz="1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g3b1a60aee5a_0_63"/>
          <p:cNvSpPr txBox="1"/>
          <p:nvPr>
            <p:ph type="title"/>
          </p:nvPr>
        </p:nvSpPr>
        <p:spPr>
          <a:xfrm>
            <a:off x="678884" y="304902"/>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Attack Vector , Attack </a:t>
            </a:r>
            <a:r>
              <a:rPr lang="en-US"/>
              <a:t>Surface</a:t>
            </a:r>
            <a:r>
              <a:rPr lang="en-US"/>
              <a:t>, Attack </a:t>
            </a:r>
            <a:r>
              <a:rPr lang="en-US"/>
              <a:t>Arena</a:t>
            </a:r>
            <a:endParaRPr/>
          </a:p>
        </p:txBody>
      </p:sp>
      <p:sp>
        <p:nvSpPr>
          <p:cNvPr id="102" name="Google Shape;102;g3b1a60aee5a_0_63"/>
          <p:cNvSpPr txBox="1"/>
          <p:nvPr>
            <p:ph idx="1" type="body"/>
          </p:nvPr>
        </p:nvSpPr>
        <p:spPr>
          <a:xfrm>
            <a:off x="678875" y="1064675"/>
            <a:ext cx="10834200" cy="5008500"/>
          </a:xfrm>
          <a:prstGeom prst="rect">
            <a:avLst/>
          </a:prstGeom>
        </p:spPr>
        <p:txBody>
          <a:bodyPr anchorCtr="0" anchor="t" bIns="45700" lIns="91425" spcFirstLastPara="1" rIns="91425" wrap="square" tIns="45700">
            <a:noAutofit/>
          </a:bodyPr>
          <a:lstStyle/>
          <a:p>
            <a:pPr indent="-317500" lvl="0" marL="457200" rtl="0" algn="l">
              <a:lnSpc>
                <a:spcPct val="150000"/>
              </a:lnSpc>
              <a:spcBef>
                <a:spcPts val="1200"/>
              </a:spcBef>
              <a:spcAft>
                <a:spcPts val="0"/>
              </a:spcAft>
              <a:buClr>
                <a:srgbClr val="000000"/>
              </a:buClr>
              <a:buSzPts val="1400"/>
              <a:buFont typeface="Arial"/>
              <a:buChar char="•"/>
            </a:pPr>
            <a:r>
              <a:rPr b="1" lang="en-US" sz="1400">
                <a:solidFill>
                  <a:srgbClr val="000000"/>
                </a:solidFill>
                <a:latin typeface="Arial"/>
                <a:ea typeface="Arial"/>
                <a:cs typeface="Arial"/>
                <a:sym typeface="Arial"/>
              </a:rPr>
              <a:t>Attack Vector</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Attack vectors refer to the methods used by attackers to launch DoS or DDoS attacks against a system. In the context of ShieldGuard, common attack vectors include TCP SYN floods, ICMP floods, UDP floods, and HTTP request floods. These attacks exploit network and transport layer protocols by sending excessive or malformed traffic to exhaust server resources and disrupt normal service availability.</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Char char="•"/>
            </a:pPr>
            <a:r>
              <a:rPr b="1" lang="en-US" sz="1400">
                <a:solidFill>
                  <a:srgbClr val="000000"/>
                </a:solidFill>
                <a:latin typeface="Arial"/>
                <a:ea typeface="Arial"/>
                <a:cs typeface="Arial"/>
                <a:sym typeface="Arial"/>
              </a:rPr>
              <a:t>Attack Surface</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The attack surface represents all possible entry points where an attacker can target the system. For ShieldGuard, the attack surface includes network-facing services such as open ports, web servers, exposed APIs, and the network interface itself. Any service that accepts incoming network traffic can become a potential target for DoS or DDoS attacks if not properly monitored and protected.</a:t>
            </a:r>
            <a:endParaRPr sz="1400">
              <a:solidFill>
                <a:srgbClr val="000000"/>
              </a:solidFill>
              <a:latin typeface="Arial"/>
              <a:ea typeface="Arial"/>
              <a:cs typeface="Arial"/>
              <a:sym typeface="Arial"/>
            </a:endParaRPr>
          </a:p>
          <a:p>
            <a:pPr indent="-317500" lvl="0" marL="457200" rtl="0" algn="l">
              <a:lnSpc>
                <a:spcPct val="150000"/>
              </a:lnSpc>
              <a:spcBef>
                <a:spcPts val="0"/>
              </a:spcBef>
              <a:spcAft>
                <a:spcPts val="0"/>
              </a:spcAft>
              <a:buClr>
                <a:srgbClr val="000000"/>
              </a:buClr>
              <a:buSzPts val="1400"/>
              <a:buFont typeface="Arial"/>
              <a:buChar char="•"/>
            </a:pPr>
            <a:r>
              <a:rPr b="1" lang="en-US" sz="1400">
                <a:solidFill>
                  <a:srgbClr val="000000"/>
                </a:solidFill>
                <a:latin typeface="Arial"/>
                <a:ea typeface="Arial"/>
                <a:cs typeface="Arial"/>
                <a:sym typeface="Arial"/>
              </a:rPr>
              <a:t>Attack Arena</a:t>
            </a:r>
            <a:br>
              <a:rPr b="1" lang="en-US" sz="1400">
                <a:solidFill>
                  <a:srgbClr val="000000"/>
                </a:solidFill>
                <a:latin typeface="Arial"/>
                <a:ea typeface="Arial"/>
                <a:cs typeface="Arial"/>
                <a:sym typeface="Arial"/>
              </a:rPr>
            </a:br>
            <a:r>
              <a:rPr lang="en-US" sz="1400">
                <a:solidFill>
                  <a:srgbClr val="000000"/>
                </a:solidFill>
                <a:latin typeface="Arial"/>
                <a:ea typeface="Arial"/>
                <a:cs typeface="Arial"/>
                <a:sym typeface="Arial"/>
              </a:rPr>
              <a:t>The threat arena defines the environment in which attacks can occur. ShieldGuard considers multiple threat arenas, including local systems, on-premise servers, and cloud-based deployments. Attacks may originate from a single system in a local network or from multiple distributed sources across the internet. The tool is designed to operate across these environments by monitoring traffic behavior and adapting detection mechanisms based on the deployment context.</a:t>
            </a:r>
            <a:endParaRPr sz="160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3b1a60aee5a_0_48"/>
          <p:cNvSpPr txBox="1"/>
          <p:nvPr>
            <p:ph type="title"/>
          </p:nvPr>
        </p:nvSpPr>
        <p:spPr>
          <a:xfrm>
            <a:off x="678884" y="291321"/>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System Architecture</a:t>
            </a:r>
            <a:endParaRPr/>
          </a:p>
        </p:txBody>
      </p:sp>
      <p:sp>
        <p:nvSpPr>
          <p:cNvPr id="109" name="Google Shape;109;g3b1a60aee5a_0_48"/>
          <p:cNvSpPr txBox="1"/>
          <p:nvPr>
            <p:ph idx="1" type="body"/>
          </p:nvPr>
        </p:nvSpPr>
        <p:spPr>
          <a:xfrm>
            <a:off x="678900" y="1077550"/>
            <a:ext cx="10834200" cy="4658700"/>
          </a:xfrm>
          <a:prstGeom prst="rect">
            <a:avLst/>
          </a:prstGeom>
        </p:spPr>
        <p:txBody>
          <a:bodyPr anchorCtr="0" anchor="t" bIns="45700" lIns="91425" spcFirstLastPara="1" rIns="91425" wrap="square" tIns="45700">
            <a:noAutofit/>
          </a:bodyPr>
          <a:lstStyle/>
          <a:p>
            <a:pPr indent="-330200" lvl="0" marL="457200" rtl="0" algn="l">
              <a:lnSpc>
                <a:spcPct val="150000"/>
              </a:lnSpc>
              <a:spcBef>
                <a:spcPts val="1200"/>
              </a:spcBef>
              <a:spcAft>
                <a:spcPts val="0"/>
              </a:spcAft>
              <a:buClr>
                <a:srgbClr val="000000"/>
              </a:buClr>
              <a:buSzPts val="1600"/>
              <a:buFont typeface="Arial"/>
              <a:buChar char="•"/>
            </a:pPr>
            <a:r>
              <a:rPr lang="en-US" sz="1600">
                <a:solidFill>
                  <a:srgbClr val="000000"/>
                </a:solidFill>
                <a:latin typeface="Arial"/>
                <a:ea typeface="Arial"/>
                <a:cs typeface="Arial"/>
                <a:sym typeface="Arial"/>
              </a:rPr>
              <a:t>ShieldGuard is built using a layered architecture that enables real-time monitoring, detection, and mitigation of DoS and DDoS attacks. Network traffic is continuously captured from the selected interface using </a:t>
            </a:r>
            <a:r>
              <a:rPr b="1" lang="en-US" sz="1600">
                <a:solidFill>
                  <a:srgbClr val="000000"/>
                </a:solidFill>
                <a:latin typeface="Arial"/>
                <a:ea typeface="Arial"/>
                <a:cs typeface="Arial"/>
                <a:sym typeface="Arial"/>
              </a:rPr>
              <a:t>Scapy</a:t>
            </a:r>
            <a:r>
              <a:rPr lang="en-US" sz="1600">
                <a:solidFill>
                  <a:srgbClr val="000000"/>
                </a:solidFill>
                <a:latin typeface="Arial"/>
                <a:ea typeface="Arial"/>
                <a:cs typeface="Arial"/>
                <a:sym typeface="Arial"/>
              </a:rPr>
              <a:t>, allowing low-level packet inspection without impacting normal network operations. The captured packets are processed by the traffic analysis module, where </a:t>
            </a:r>
            <a:r>
              <a:rPr b="1" lang="en-US" sz="1600">
                <a:solidFill>
                  <a:srgbClr val="000000"/>
                </a:solidFill>
                <a:latin typeface="Arial"/>
                <a:ea typeface="Arial"/>
                <a:cs typeface="Arial"/>
                <a:sym typeface="Arial"/>
              </a:rPr>
              <a:t>Python-based logic</a:t>
            </a:r>
            <a:r>
              <a:rPr lang="en-US" sz="1600">
                <a:solidFill>
                  <a:srgbClr val="000000"/>
                </a:solidFill>
                <a:latin typeface="Arial"/>
                <a:ea typeface="Arial"/>
                <a:cs typeface="Arial"/>
                <a:sym typeface="Arial"/>
              </a:rPr>
              <a:t> computes metrics such as packet count, traffic rate, and abnormal spikes within defined time windows.</a:t>
            </a:r>
            <a:endParaRPr sz="1600">
              <a:solidFill>
                <a:srgbClr val="000000"/>
              </a:solidFill>
              <a:latin typeface="Arial"/>
              <a:ea typeface="Arial"/>
              <a:cs typeface="Arial"/>
              <a:sym typeface="Arial"/>
            </a:endParaRPr>
          </a:p>
          <a:p>
            <a:pPr indent="-330200" lvl="0" marL="457200" rtl="0" algn="l">
              <a:lnSpc>
                <a:spcPct val="150000"/>
              </a:lnSpc>
              <a:spcBef>
                <a:spcPts val="0"/>
              </a:spcBef>
              <a:spcAft>
                <a:spcPts val="0"/>
              </a:spcAft>
              <a:buClr>
                <a:srgbClr val="000000"/>
              </a:buClr>
              <a:buSzPts val="1600"/>
              <a:buFont typeface="Arial"/>
              <a:buChar char="•"/>
            </a:pPr>
            <a:r>
              <a:rPr lang="en-US" sz="1600">
                <a:solidFill>
                  <a:srgbClr val="000000"/>
                </a:solidFill>
                <a:latin typeface="Arial"/>
                <a:ea typeface="Arial"/>
                <a:cs typeface="Arial"/>
                <a:sym typeface="Arial"/>
              </a:rPr>
              <a:t>These metrics are evaluated by the detection engine, which applies threshold-based rules to identify potential </a:t>
            </a:r>
            <a:r>
              <a:rPr b="1" lang="en-US" sz="1600">
                <a:solidFill>
                  <a:srgbClr val="000000"/>
                </a:solidFill>
                <a:latin typeface="Arial"/>
                <a:ea typeface="Arial"/>
                <a:cs typeface="Arial"/>
                <a:sym typeface="Arial"/>
              </a:rPr>
              <a:t>DoS </a:t>
            </a:r>
            <a:r>
              <a:rPr lang="en-US" sz="1600">
                <a:solidFill>
                  <a:srgbClr val="000000"/>
                </a:solidFill>
                <a:latin typeface="Arial"/>
                <a:ea typeface="Arial"/>
                <a:cs typeface="Arial"/>
                <a:sym typeface="Arial"/>
              </a:rPr>
              <a:t>or </a:t>
            </a:r>
            <a:r>
              <a:rPr b="1" lang="en-US" sz="1600">
                <a:solidFill>
                  <a:srgbClr val="000000"/>
                </a:solidFill>
                <a:latin typeface="Arial"/>
                <a:ea typeface="Arial"/>
                <a:cs typeface="Arial"/>
                <a:sym typeface="Arial"/>
              </a:rPr>
              <a:t>DDoS attacks</a:t>
            </a:r>
            <a:r>
              <a:rPr lang="en-US" sz="1600">
                <a:solidFill>
                  <a:srgbClr val="000000"/>
                </a:solidFill>
                <a:latin typeface="Arial"/>
                <a:ea typeface="Arial"/>
                <a:cs typeface="Arial"/>
                <a:sym typeface="Arial"/>
              </a:rPr>
              <a:t>. When an attack is detected, the mitigation module uses </a:t>
            </a:r>
            <a:r>
              <a:rPr b="1" lang="en-US" sz="1600">
                <a:solidFill>
                  <a:srgbClr val="000000"/>
                </a:solidFill>
                <a:latin typeface="Arial"/>
                <a:ea typeface="Arial"/>
                <a:cs typeface="Arial"/>
                <a:sym typeface="Arial"/>
              </a:rPr>
              <a:t>iptables</a:t>
            </a:r>
            <a:r>
              <a:rPr lang="en-US" sz="1600">
                <a:solidFill>
                  <a:srgbClr val="000000"/>
                </a:solidFill>
                <a:latin typeface="Arial"/>
                <a:ea typeface="Arial"/>
                <a:cs typeface="Arial"/>
                <a:sym typeface="Arial"/>
              </a:rPr>
              <a:t> to block the malicious source IP address at the firewall level, reducing further impact on the system. All detection results, packet statistics, and mitigation actions are communicated to a web-based dashboard developed using </a:t>
            </a:r>
            <a:r>
              <a:rPr b="1" lang="en-US" sz="1600">
                <a:solidFill>
                  <a:srgbClr val="000000"/>
                </a:solidFill>
                <a:latin typeface="Arial"/>
                <a:ea typeface="Arial"/>
                <a:cs typeface="Arial"/>
                <a:sym typeface="Arial"/>
              </a:rPr>
              <a:t>Flask</a:t>
            </a:r>
            <a:r>
              <a:rPr lang="en-US" sz="1600">
                <a:solidFill>
                  <a:srgbClr val="000000"/>
                </a:solidFill>
                <a:latin typeface="Arial"/>
                <a:ea typeface="Arial"/>
                <a:cs typeface="Arial"/>
                <a:sym typeface="Arial"/>
              </a:rPr>
              <a:t>, which provides real-time visualization of traffic spikes, attack status, and blocked IP information. The architecture supports deployment on localhost as well as external servers by configuring the appropriate network interface and security rules.</a:t>
            </a:r>
            <a:endParaRPr sz="1600">
              <a:solidFill>
                <a:srgbClr val="000000"/>
              </a:solidFill>
              <a:latin typeface="Arial"/>
              <a:ea typeface="Arial"/>
              <a:cs typeface="Arial"/>
              <a:sym typeface="Arial"/>
            </a:endParaRPr>
          </a:p>
          <a:p>
            <a:pPr indent="0" lvl="0" marL="0" rtl="0" algn="l">
              <a:spcBef>
                <a:spcPts val="1200"/>
              </a:spcBef>
              <a:spcAft>
                <a:spcPts val="0"/>
              </a:spcAft>
              <a:buNone/>
            </a:pPr>
            <a:r>
              <a:t/>
            </a:r>
            <a:endParaRPr sz="160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3b1a60aee5a_0_79"/>
          <p:cNvSpPr txBox="1"/>
          <p:nvPr>
            <p:ph type="title"/>
          </p:nvPr>
        </p:nvSpPr>
        <p:spPr>
          <a:xfrm>
            <a:off x="678884" y="332062"/>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Working of the ShieldGuard Tool</a:t>
            </a:r>
            <a:endParaRPr/>
          </a:p>
        </p:txBody>
      </p:sp>
      <p:sp>
        <p:nvSpPr>
          <p:cNvPr id="116" name="Google Shape;116;g3b1a60aee5a_0_79"/>
          <p:cNvSpPr txBox="1"/>
          <p:nvPr>
            <p:ph idx="1" type="body"/>
          </p:nvPr>
        </p:nvSpPr>
        <p:spPr>
          <a:xfrm>
            <a:off x="678884" y="1145447"/>
            <a:ext cx="10834200" cy="4398000"/>
          </a:xfrm>
          <a:prstGeom prst="rect">
            <a:avLst/>
          </a:prstGeom>
        </p:spPr>
        <p:txBody>
          <a:bodyPr anchorCtr="0" anchor="t" bIns="45700" lIns="91425" spcFirstLastPara="1" rIns="91425" wrap="square" tIns="45700">
            <a:noAutofit/>
          </a:bodyPr>
          <a:lstStyle/>
          <a:p>
            <a:pPr indent="-330200" lvl="0" marL="457200" rtl="0" algn="l">
              <a:lnSpc>
                <a:spcPct val="150000"/>
              </a:lnSpc>
              <a:spcBef>
                <a:spcPts val="1200"/>
              </a:spcBef>
              <a:spcAft>
                <a:spcPts val="0"/>
              </a:spcAft>
              <a:buClr>
                <a:srgbClr val="000000"/>
              </a:buClr>
              <a:buSzPts val="1600"/>
              <a:buChar char="●"/>
            </a:pPr>
            <a:r>
              <a:rPr lang="en-US" sz="1600">
                <a:latin typeface="Arial"/>
                <a:ea typeface="Arial"/>
                <a:cs typeface="Arial"/>
                <a:sym typeface="Arial"/>
              </a:rPr>
              <a:t>The </a:t>
            </a:r>
            <a:r>
              <a:rPr b="1" lang="en-US" sz="1600">
                <a:latin typeface="Arial"/>
                <a:ea typeface="Arial"/>
                <a:cs typeface="Arial"/>
                <a:sym typeface="Arial"/>
              </a:rPr>
              <a:t>ShieldGuard</a:t>
            </a:r>
            <a:r>
              <a:rPr lang="en-US" sz="1600">
                <a:latin typeface="Arial"/>
                <a:ea typeface="Arial"/>
                <a:cs typeface="Arial"/>
                <a:sym typeface="Arial"/>
              </a:rPr>
              <a:t> tool is launched and initializes all required modules, including packet capture, analysis, detection, and the web interface.</a:t>
            </a:r>
            <a:endParaRPr sz="1600">
              <a:latin typeface="Arial"/>
              <a:ea typeface="Arial"/>
              <a:cs typeface="Arial"/>
              <a:sym typeface="Arial"/>
            </a:endParaRPr>
          </a:p>
          <a:p>
            <a:pPr indent="-330200" lvl="0" marL="457200" rtl="0" algn="l">
              <a:lnSpc>
                <a:spcPct val="150000"/>
              </a:lnSpc>
              <a:spcBef>
                <a:spcPts val="0"/>
              </a:spcBef>
              <a:spcAft>
                <a:spcPts val="0"/>
              </a:spcAft>
              <a:buClr>
                <a:srgbClr val="000000"/>
              </a:buClr>
              <a:buSzPts val="1600"/>
              <a:buChar char="●"/>
            </a:pPr>
            <a:r>
              <a:rPr lang="en-US" sz="1600">
                <a:latin typeface="Arial"/>
                <a:ea typeface="Arial"/>
                <a:cs typeface="Arial"/>
                <a:sym typeface="Arial"/>
              </a:rPr>
              <a:t>Once activated, the system continuously receives network traffic from the configured network interface.</a:t>
            </a:r>
            <a:endParaRPr sz="1600">
              <a:latin typeface="Arial"/>
              <a:ea typeface="Arial"/>
              <a:cs typeface="Arial"/>
              <a:sym typeface="Arial"/>
            </a:endParaRPr>
          </a:p>
          <a:p>
            <a:pPr indent="-330200" lvl="0" marL="457200" rtl="0" algn="l">
              <a:lnSpc>
                <a:spcPct val="150000"/>
              </a:lnSpc>
              <a:spcBef>
                <a:spcPts val="0"/>
              </a:spcBef>
              <a:spcAft>
                <a:spcPts val="0"/>
              </a:spcAft>
              <a:buClr>
                <a:srgbClr val="000000"/>
              </a:buClr>
              <a:buSzPts val="1600"/>
              <a:buChar char="●"/>
            </a:pPr>
            <a:r>
              <a:rPr lang="en-US" sz="1600">
                <a:latin typeface="Arial"/>
                <a:ea typeface="Arial"/>
                <a:cs typeface="Arial"/>
                <a:sym typeface="Arial"/>
              </a:rPr>
              <a:t>Incoming packets are processed within predefined time windows to observe traffic behavior and request patterns.</a:t>
            </a:r>
            <a:endParaRPr sz="1600">
              <a:latin typeface="Arial"/>
              <a:ea typeface="Arial"/>
              <a:cs typeface="Arial"/>
              <a:sym typeface="Arial"/>
            </a:endParaRPr>
          </a:p>
          <a:p>
            <a:pPr indent="-330200" lvl="0" marL="457200" rtl="0" algn="l">
              <a:lnSpc>
                <a:spcPct val="150000"/>
              </a:lnSpc>
              <a:spcBef>
                <a:spcPts val="0"/>
              </a:spcBef>
              <a:spcAft>
                <a:spcPts val="0"/>
              </a:spcAft>
              <a:buClr>
                <a:srgbClr val="000000"/>
              </a:buClr>
              <a:buSzPts val="1600"/>
              <a:buChar char="●"/>
            </a:pPr>
            <a:r>
              <a:rPr lang="en-US" sz="1600">
                <a:latin typeface="Arial"/>
                <a:ea typeface="Arial"/>
                <a:cs typeface="Arial"/>
                <a:sym typeface="Arial"/>
              </a:rPr>
              <a:t>The system establishes a baseline of normal activity and compares current traffic against this behavior.</a:t>
            </a:r>
            <a:endParaRPr sz="1600">
              <a:latin typeface="Arial"/>
              <a:ea typeface="Arial"/>
              <a:cs typeface="Arial"/>
              <a:sym typeface="Arial"/>
            </a:endParaRPr>
          </a:p>
          <a:p>
            <a:pPr indent="-330200" lvl="0" marL="457200" rtl="0" algn="l">
              <a:lnSpc>
                <a:spcPct val="150000"/>
              </a:lnSpc>
              <a:spcBef>
                <a:spcPts val="0"/>
              </a:spcBef>
              <a:spcAft>
                <a:spcPts val="0"/>
              </a:spcAft>
              <a:buClr>
                <a:srgbClr val="000000"/>
              </a:buClr>
              <a:buSzPts val="1600"/>
              <a:buChar char="●"/>
            </a:pPr>
            <a:r>
              <a:rPr lang="en-US" sz="1600">
                <a:latin typeface="Arial"/>
                <a:ea typeface="Arial"/>
                <a:cs typeface="Arial"/>
                <a:sym typeface="Arial"/>
              </a:rPr>
              <a:t>When abnormal activity is observed, the detection engine evaluates it against predefined rules to determine whether it represents a </a:t>
            </a:r>
            <a:r>
              <a:rPr b="1" lang="en-US" sz="1600">
                <a:latin typeface="Arial"/>
                <a:ea typeface="Arial"/>
                <a:cs typeface="Arial"/>
                <a:sym typeface="Arial"/>
              </a:rPr>
              <a:t>DoS</a:t>
            </a:r>
            <a:r>
              <a:rPr lang="en-US" sz="1600">
                <a:latin typeface="Arial"/>
                <a:ea typeface="Arial"/>
                <a:cs typeface="Arial"/>
                <a:sym typeface="Arial"/>
              </a:rPr>
              <a:t> or </a:t>
            </a:r>
            <a:r>
              <a:rPr b="1" lang="en-US" sz="1600">
                <a:latin typeface="Arial"/>
                <a:ea typeface="Arial"/>
                <a:cs typeface="Arial"/>
                <a:sym typeface="Arial"/>
              </a:rPr>
              <a:t>DDoS</a:t>
            </a:r>
            <a:r>
              <a:rPr lang="en-US" sz="1600">
                <a:latin typeface="Arial"/>
                <a:ea typeface="Arial"/>
                <a:cs typeface="Arial"/>
                <a:sym typeface="Arial"/>
              </a:rPr>
              <a:t> attack.</a:t>
            </a:r>
            <a:endParaRPr sz="1600">
              <a:latin typeface="Arial"/>
              <a:ea typeface="Arial"/>
              <a:cs typeface="Arial"/>
              <a:sym typeface="Arial"/>
            </a:endParaRPr>
          </a:p>
          <a:p>
            <a:pPr indent="-330200" lvl="0" marL="457200" rtl="0" algn="l">
              <a:lnSpc>
                <a:spcPct val="150000"/>
              </a:lnSpc>
              <a:spcBef>
                <a:spcPts val="0"/>
              </a:spcBef>
              <a:spcAft>
                <a:spcPts val="0"/>
              </a:spcAft>
              <a:buClr>
                <a:srgbClr val="000000"/>
              </a:buClr>
              <a:buSzPts val="1600"/>
              <a:buChar char="●"/>
            </a:pPr>
            <a:r>
              <a:rPr lang="en-US" sz="1600">
                <a:latin typeface="Arial"/>
                <a:ea typeface="Arial"/>
                <a:cs typeface="Arial"/>
                <a:sym typeface="Arial"/>
              </a:rPr>
              <a:t>Upon confirming an attack, the tool identifies the source IP address responsible for the abnormal traffic.</a:t>
            </a:r>
            <a:endParaRPr sz="1600">
              <a:latin typeface="Arial"/>
              <a:ea typeface="Arial"/>
              <a:cs typeface="Arial"/>
              <a:sym typeface="Arial"/>
            </a:endParaRPr>
          </a:p>
          <a:p>
            <a:pPr indent="-330200" lvl="0" marL="457200" rtl="0" algn="l">
              <a:lnSpc>
                <a:spcPct val="150000"/>
              </a:lnSpc>
              <a:spcBef>
                <a:spcPts val="0"/>
              </a:spcBef>
              <a:spcAft>
                <a:spcPts val="0"/>
              </a:spcAft>
              <a:buClr>
                <a:srgbClr val="000000"/>
              </a:buClr>
              <a:buSzPts val="1600"/>
              <a:buChar char="●"/>
            </a:pPr>
            <a:r>
              <a:rPr lang="en-US" sz="1600">
                <a:latin typeface="Arial"/>
                <a:ea typeface="Arial"/>
                <a:cs typeface="Arial"/>
                <a:sym typeface="Arial"/>
              </a:rPr>
              <a:t>The mitigation module applies firewall rules to block the malicious IP and reduce further impact on the system.</a:t>
            </a:r>
            <a:endParaRPr sz="1600">
              <a:latin typeface="Arial"/>
              <a:ea typeface="Arial"/>
              <a:cs typeface="Arial"/>
              <a:sym typeface="Arial"/>
            </a:endParaRPr>
          </a:p>
          <a:p>
            <a:pPr indent="-330200" lvl="0" marL="457200" rtl="0" algn="l">
              <a:lnSpc>
                <a:spcPct val="150000"/>
              </a:lnSpc>
              <a:spcBef>
                <a:spcPts val="0"/>
              </a:spcBef>
              <a:spcAft>
                <a:spcPts val="0"/>
              </a:spcAft>
              <a:buClr>
                <a:srgbClr val="000000"/>
              </a:buClr>
              <a:buSzPts val="1600"/>
              <a:buChar char="●"/>
            </a:pPr>
            <a:r>
              <a:rPr lang="en-US" sz="1600">
                <a:latin typeface="Arial"/>
                <a:ea typeface="Arial"/>
                <a:cs typeface="Arial"/>
                <a:sym typeface="Arial"/>
              </a:rPr>
              <a:t>All actions, including detection results and mitigation status, are reflected in real time on the web-based dashboard.</a:t>
            </a:r>
            <a:endParaRPr sz="1600">
              <a:latin typeface="Arial"/>
              <a:ea typeface="Arial"/>
              <a:cs typeface="Arial"/>
              <a:sym typeface="Arial"/>
            </a:endParaRPr>
          </a:p>
          <a:p>
            <a:pPr indent="0" lvl="0" marL="0" rtl="0" algn="l">
              <a:lnSpc>
                <a:spcPct val="150000"/>
              </a:lnSpc>
              <a:spcBef>
                <a:spcPts val="1200"/>
              </a:spcBef>
              <a:spcAft>
                <a:spcPts val="0"/>
              </a:spcAft>
              <a:buSzPts val="688"/>
              <a:buNone/>
            </a:pPr>
            <a:r>
              <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g3b1a60aee5a_0_156"/>
          <p:cNvSpPr/>
          <p:nvPr/>
        </p:nvSpPr>
        <p:spPr>
          <a:xfrm>
            <a:off x="545928" y="718433"/>
            <a:ext cx="2172900" cy="70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Calibri"/>
                <a:ea typeface="Calibri"/>
                <a:cs typeface="Calibri"/>
                <a:sym typeface="Calibri"/>
              </a:rPr>
              <a:t>Start Linux System</a:t>
            </a:r>
            <a:endParaRPr b="1">
              <a:latin typeface="Calibri"/>
              <a:ea typeface="Calibri"/>
              <a:cs typeface="Calibri"/>
              <a:sym typeface="Calibri"/>
            </a:endParaRPr>
          </a:p>
        </p:txBody>
      </p:sp>
      <p:sp>
        <p:nvSpPr>
          <p:cNvPr id="123" name="Google Shape;123;g3b1a60aee5a_0_156"/>
          <p:cNvSpPr/>
          <p:nvPr/>
        </p:nvSpPr>
        <p:spPr>
          <a:xfrm>
            <a:off x="3343450" y="718878"/>
            <a:ext cx="2118600" cy="70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Calibri"/>
                <a:ea typeface="Calibri"/>
                <a:cs typeface="Calibri"/>
                <a:sym typeface="Calibri"/>
              </a:rPr>
              <a:t>Activate ShieldGuard Environment</a:t>
            </a:r>
            <a:endParaRPr b="1">
              <a:latin typeface="Calibri"/>
              <a:ea typeface="Calibri"/>
              <a:cs typeface="Calibri"/>
              <a:sym typeface="Calibri"/>
            </a:endParaRPr>
          </a:p>
        </p:txBody>
      </p:sp>
      <p:sp>
        <p:nvSpPr>
          <p:cNvPr id="124" name="Google Shape;124;g3b1a60aee5a_0_156"/>
          <p:cNvSpPr/>
          <p:nvPr/>
        </p:nvSpPr>
        <p:spPr>
          <a:xfrm>
            <a:off x="5937300" y="705235"/>
            <a:ext cx="2485200" cy="70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Calibri"/>
                <a:ea typeface="Calibri"/>
                <a:cs typeface="Calibri"/>
                <a:sym typeface="Calibri"/>
              </a:rPr>
              <a:t>Launch ShieldGuard Tool</a:t>
            </a:r>
            <a:endParaRPr b="1">
              <a:latin typeface="Calibri"/>
              <a:ea typeface="Calibri"/>
              <a:cs typeface="Calibri"/>
              <a:sym typeface="Calibri"/>
            </a:endParaRPr>
          </a:p>
        </p:txBody>
      </p:sp>
      <p:sp>
        <p:nvSpPr>
          <p:cNvPr id="125" name="Google Shape;125;g3b1a60aee5a_0_156"/>
          <p:cNvSpPr/>
          <p:nvPr/>
        </p:nvSpPr>
        <p:spPr>
          <a:xfrm>
            <a:off x="9087875" y="705375"/>
            <a:ext cx="1833300" cy="70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Calibri"/>
                <a:ea typeface="Calibri"/>
                <a:cs typeface="Calibri"/>
                <a:sym typeface="Calibri"/>
              </a:rPr>
              <a:t>Receive Network Traffic</a:t>
            </a:r>
            <a:endParaRPr b="1">
              <a:latin typeface="Calibri"/>
              <a:ea typeface="Calibri"/>
              <a:cs typeface="Calibri"/>
              <a:sym typeface="Calibri"/>
            </a:endParaRPr>
          </a:p>
        </p:txBody>
      </p:sp>
      <p:sp>
        <p:nvSpPr>
          <p:cNvPr id="126" name="Google Shape;126;g3b1a60aee5a_0_156"/>
          <p:cNvSpPr/>
          <p:nvPr/>
        </p:nvSpPr>
        <p:spPr>
          <a:xfrm>
            <a:off x="545925" y="2416364"/>
            <a:ext cx="2118600" cy="81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Calibri"/>
                <a:ea typeface="Calibri"/>
                <a:cs typeface="Calibri"/>
                <a:sym typeface="Calibri"/>
              </a:rPr>
              <a:t>Analyze Traffic Behavior</a:t>
            </a:r>
            <a:endParaRPr b="1">
              <a:latin typeface="Calibri"/>
              <a:ea typeface="Calibri"/>
              <a:cs typeface="Calibri"/>
              <a:sym typeface="Calibri"/>
            </a:endParaRPr>
          </a:p>
        </p:txBody>
      </p:sp>
      <p:sp>
        <p:nvSpPr>
          <p:cNvPr id="127" name="Google Shape;127;g3b1a60aee5a_0_156"/>
          <p:cNvSpPr/>
          <p:nvPr/>
        </p:nvSpPr>
        <p:spPr>
          <a:xfrm>
            <a:off x="3153225" y="2416364"/>
            <a:ext cx="2118600" cy="81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Calibri"/>
                <a:ea typeface="Calibri"/>
                <a:cs typeface="Calibri"/>
                <a:sym typeface="Calibri"/>
              </a:rPr>
              <a:t>Detect DoS / DDoS Attack</a:t>
            </a:r>
            <a:endParaRPr b="1">
              <a:latin typeface="Calibri"/>
              <a:ea typeface="Calibri"/>
              <a:cs typeface="Calibri"/>
              <a:sym typeface="Calibri"/>
            </a:endParaRPr>
          </a:p>
        </p:txBody>
      </p:sp>
      <p:sp>
        <p:nvSpPr>
          <p:cNvPr id="128" name="Google Shape;128;g3b1a60aee5a_0_156"/>
          <p:cNvSpPr/>
          <p:nvPr/>
        </p:nvSpPr>
        <p:spPr>
          <a:xfrm>
            <a:off x="6032340" y="2430372"/>
            <a:ext cx="1833300" cy="81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Calibri"/>
                <a:ea typeface="Calibri"/>
                <a:cs typeface="Calibri"/>
                <a:sym typeface="Calibri"/>
              </a:rPr>
              <a:t>Identify Attacker IP</a:t>
            </a:r>
            <a:endParaRPr b="1">
              <a:latin typeface="Calibri"/>
              <a:ea typeface="Calibri"/>
              <a:cs typeface="Calibri"/>
              <a:sym typeface="Calibri"/>
            </a:endParaRPr>
          </a:p>
        </p:txBody>
      </p:sp>
      <p:sp>
        <p:nvSpPr>
          <p:cNvPr id="129" name="Google Shape;129;g3b1a60aee5a_0_156"/>
          <p:cNvSpPr/>
          <p:nvPr/>
        </p:nvSpPr>
        <p:spPr>
          <a:xfrm>
            <a:off x="8422529" y="2430372"/>
            <a:ext cx="2267700" cy="81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Calibri"/>
                <a:ea typeface="Calibri"/>
                <a:cs typeface="Calibri"/>
                <a:sym typeface="Calibri"/>
              </a:rPr>
              <a:t>Block Malicious IP</a:t>
            </a:r>
            <a:endParaRPr b="1">
              <a:latin typeface="Calibri"/>
              <a:ea typeface="Calibri"/>
              <a:cs typeface="Calibri"/>
              <a:sym typeface="Calibri"/>
            </a:endParaRPr>
          </a:p>
        </p:txBody>
      </p:sp>
      <p:sp>
        <p:nvSpPr>
          <p:cNvPr id="130" name="Google Shape;130;g3b1a60aee5a_0_156"/>
          <p:cNvSpPr/>
          <p:nvPr/>
        </p:nvSpPr>
        <p:spPr>
          <a:xfrm>
            <a:off x="1849875" y="4401709"/>
            <a:ext cx="2376300" cy="81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Calibri"/>
                <a:ea typeface="Calibri"/>
                <a:cs typeface="Calibri"/>
                <a:sym typeface="Calibri"/>
              </a:rPr>
              <a:t>Update on Web Dashboard</a:t>
            </a:r>
            <a:endParaRPr b="1">
              <a:latin typeface="Calibri"/>
              <a:ea typeface="Calibri"/>
              <a:cs typeface="Calibri"/>
              <a:sym typeface="Calibri"/>
            </a:endParaRPr>
          </a:p>
        </p:txBody>
      </p:sp>
      <p:sp>
        <p:nvSpPr>
          <p:cNvPr id="131" name="Google Shape;131;g3b1a60aee5a_0_156"/>
          <p:cNvSpPr/>
          <p:nvPr/>
        </p:nvSpPr>
        <p:spPr>
          <a:xfrm>
            <a:off x="6928644" y="4386858"/>
            <a:ext cx="2485200" cy="814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a:latin typeface="Calibri"/>
                <a:ea typeface="Calibri"/>
                <a:cs typeface="Calibri"/>
                <a:sym typeface="Calibri"/>
              </a:rPr>
              <a:t>Continue Monitoring</a:t>
            </a:r>
            <a:endParaRPr b="1">
              <a:latin typeface="Calibri"/>
              <a:ea typeface="Calibri"/>
              <a:cs typeface="Calibri"/>
              <a:sym typeface="Calibri"/>
            </a:endParaRPr>
          </a:p>
        </p:txBody>
      </p:sp>
      <p:cxnSp>
        <p:nvCxnSpPr>
          <p:cNvPr id="132" name="Google Shape;132;g3b1a60aee5a_0_156"/>
          <p:cNvCxnSpPr>
            <a:stCxn id="122" idx="3"/>
            <a:endCxn id="123" idx="1"/>
          </p:cNvCxnSpPr>
          <p:nvPr/>
        </p:nvCxnSpPr>
        <p:spPr>
          <a:xfrm>
            <a:off x="2718828" y="1071533"/>
            <a:ext cx="624600" cy="300"/>
          </a:xfrm>
          <a:prstGeom prst="straightConnector1">
            <a:avLst/>
          </a:prstGeom>
          <a:noFill/>
          <a:ln cap="flat" cmpd="sng" w="9525">
            <a:solidFill>
              <a:schemeClr val="dk2"/>
            </a:solidFill>
            <a:prstDash val="solid"/>
            <a:round/>
            <a:headEnd len="med" w="med" type="none"/>
            <a:tailEnd len="med" w="med" type="triangle"/>
          </a:ln>
        </p:spPr>
      </p:cxnSp>
      <p:cxnSp>
        <p:nvCxnSpPr>
          <p:cNvPr id="133" name="Google Shape;133;g3b1a60aee5a_0_156"/>
          <p:cNvCxnSpPr>
            <a:stCxn id="123" idx="3"/>
            <a:endCxn id="124" idx="1"/>
          </p:cNvCxnSpPr>
          <p:nvPr/>
        </p:nvCxnSpPr>
        <p:spPr>
          <a:xfrm flipH="1" rot="10800000">
            <a:off x="5462050" y="1058478"/>
            <a:ext cx="475200" cy="13500"/>
          </a:xfrm>
          <a:prstGeom prst="straightConnector1">
            <a:avLst/>
          </a:prstGeom>
          <a:noFill/>
          <a:ln cap="flat" cmpd="sng" w="9525">
            <a:solidFill>
              <a:schemeClr val="dk2"/>
            </a:solidFill>
            <a:prstDash val="solid"/>
            <a:round/>
            <a:headEnd len="med" w="med" type="none"/>
            <a:tailEnd len="med" w="med" type="triangle"/>
          </a:ln>
        </p:spPr>
      </p:cxnSp>
      <p:cxnSp>
        <p:nvCxnSpPr>
          <p:cNvPr id="134" name="Google Shape;134;g3b1a60aee5a_0_156"/>
          <p:cNvCxnSpPr>
            <a:stCxn id="124" idx="3"/>
            <a:endCxn id="125" idx="1"/>
          </p:cNvCxnSpPr>
          <p:nvPr/>
        </p:nvCxnSpPr>
        <p:spPr>
          <a:xfrm>
            <a:off x="8422500" y="1058335"/>
            <a:ext cx="665400" cy="0"/>
          </a:xfrm>
          <a:prstGeom prst="straightConnector1">
            <a:avLst/>
          </a:prstGeom>
          <a:noFill/>
          <a:ln cap="flat" cmpd="sng" w="9525">
            <a:solidFill>
              <a:schemeClr val="dk2"/>
            </a:solidFill>
            <a:prstDash val="solid"/>
            <a:round/>
            <a:headEnd len="med" w="med" type="none"/>
            <a:tailEnd len="med" w="med" type="triangle"/>
          </a:ln>
        </p:spPr>
      </p:cxnSp>
      <p:cxnSp>
        <p:nvCxnSpPr>
          <p:cNvPr id="135" name="Google Shape;135;g3b1a60aee5a_0_156"/>
          <p:cNvCxnSpPr>
            <a:stCxn id="125" idx="3"/>
            <a:endCxn id="126" idx="0"/>
          </p:cNvCxnSpPr>
          <p:nvPr/>
        </p:nvCxnSpPr>
        <p:spPr>
          <a:xfrm flipH="1">
            <a:off x="1605275" y="1058475"/>
            <a:ext cx="9315900" cy="1357800"/>
          </a:xfrm>
          <a:prstGeom prst="bentConnector4">
            <a:avLst>
              <a:gd fmla="val -2556" name="adj1"/>
              <a:gd fmla="val 63006" name="adj2"/>
            </a:avLst>
          </a:prstGeom>
          <a:noFill/>
          <a:ln cap="flat" cmpd="sng" w="9525">
            <a:solidFill>
              <a:schemeClr val="dk2"/>
            </a:solidFill>
            <a:prstDash val="solid"/>
            <a:round/>
            <a:headEnd len="med" w="med" type="none"/>
            <a:tailEnd len="med" w="med" type="none"/>
          </a:ln>
        </p:spPr>
      </p:cxnSp>
      <p:cxnSp>
        <p:nvCxnSpPr>
          <p:cNvPr id="136" name="Google Shape;136;g3b1a60aee5a_0_156"/>
          <p:cNvCxnSpPr>
            <a:stCxn id="126" idx="3"/>
            <a:endCxn id="127" idx="1"/>
          </p:cNvCxnSpPr>
          <p:nvPr/>
        </p:nvCxnSpPr>
        <p:spPr>
          <a:xfrm>
            <a:off x="2664525" y="2823764"/>
            <a:ext cx="488700" cy="0"/>
          </a:xfrm>
          <a:prstGeom prst="straightConnector1">
            <a:avLst/>
          </a:prstGeom>
          <a:noFill/>
          <a:ln cap="flat" cmpd="sng" w="9525">
            <a:solidFill>
              <a:schemeClr val="dk2"/>
            </a:solidFill>
            <a:prstDash val="solid"/>
            <a:round/>
            <a:headEnd len="med" w="med" type="none"/>
            <a:tailEnd len="med" w="med" type="triangle"/>
          </a:ln>
        </p:spPr>
      </p:cxnSp>
      <p:cxnSp>
        <p:nvCxnSpPr>
          <p:cNvPr id="137" name="Google Shape;137;g3b1a60aee5a_0_156"/>
          <p:cNvCxnSpPr>
            <a:stCxn id="127" idx="3"/>
            <a:endCxn id="128" idx="1"/>
          </p:cNvCxnSpPr>
          <p:nvPr/>
        </p:nvCxnSpPr>
        <p:spPr>
          <a:xfrm>
            <a:off x="5271825" y="2823764"/>
            <a:ext cx="760500" cy="14100"/>
          </a:xfrm>
          <a:prstGeom prst="straightConnector1">
            <a:avLst/>
          </a:prstGeom>
          <a:noFill/>
          <a:ln cap="flat" cmpd="sng" w="9525">
            <a:solidFill>
              <a:schemeClr val="dk2"/>
            </a:solidFill>
            <a:prstDash val="solid"/>
            <a:round/>
            <a:headEnd len="med" w="med" type="none"/>
            <a:tailEnd len="med" w="med" type="triangle"/>
          </a:ln>
        </p:spPr>
      </p:cxnSp>
      <p:cxnSp>
        <p:nvCxnSpPr>
          <p:cNvPr id="138" name="Google Shape;138;g3b1a60aee5a_0_156"/>
          <p:cNvCxnSpPr>
            <a:stCxn id="128" idx="3"/>
            <a:endCxn id="129" idx="1"/>
          </p:cNvCxnSpPr>
          <p:nvPr/>
        </p:nvCxnSpPr>
        <p:spPr>
          <a:xfrm>
            <a:off x="7865640" y="2837772"/>
            <a:ext cx="556800" cy="0"/>
          </a:xfrm>
          <a:prstGeom prst="straightConnector1">
            <a:avLst/>
          </a:prstGeom>
          <a:noFill/>
          <a:ln cap="flat" cmpd="sng" w="9525">
            <a:solidFill>
              <a:schemeClr val="dk2"/>
            </a:solidFill>
            <a:prstDash val="solid"/>
            <a:round/>
            <a:headEnd len="med" w="med" type="none"/>
            <a:tailEnd len="med" w="med" type="triangle"/>
          </a:ln>
        </p:spPr>
      </p:cxnSp>
      <p:cxnSp>
        <p:nvCxnSpPr>
          <p:cNvPr id="139" name="Google Shape;139;g3b1a60aee5a_0_156"/>
          <p:cNvCxnSpPr>
            <a:stCxn id="129" idx="3"/>
            <a:endCxn id="130" idx="0"/>
          </p:cNvCxnSpPr>
          <p:nvPr/>
        </p:nvCxnSpPr>
        <p:spPr>
          <a:xfrm flipH="1">
            <a:off x="3038129" y="2837772"/>
            <a:ext cx="7652100" cy="1563900"/>
          </a:xfrm>
          <a:prstGeom prst="bentConnector4">
            <a:avLst>
              <a:gd fmla="val -3112" name="adj1"/>
              <a:gd fmla="val 63026" name="adj2"/>
            </a:avLst>
          </a:prstGeom>
          <a:noFill/>
          <a:ln cap="flat" cmpd="sng" w="9525">
            <a:solidFill>
              <a:schemeClr val="dk2"/>
            </a:solidFill>
            <a:prstDash val="solid"/>
            <a:round/>
            <a:headEnd len="med" w="med" type="none"/>
            <a:tailEnd len="med" w="med" type="none"/>
          </a:ln>
        </p:spPr>
      </p:cxnSp>
      <p:cxnSp>
        <p:nvCxnSpPr>
          <p:cNvPr id="140" name="Google Shape;140;g3b1a60aee5a_0_156"/>
          <p:cNvCxnSpPr>
            <a:stCxn id="130" idx="3"/>
            <a:endCxn id="131" idx="1"/>
          </p:cNvCxnSpPr>
          <p:nvPr/>
        </p:nvCxnSpPr>
        <p:spPr>
          <a:xfrm flipH="1" rot="10800000">
            <a:off x="4226175" y="4794109"/>
            <a:ext cx="2702400" cy="150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g3b1a60aee5a_0_150"/>
          <p:cNvSpPr txBox="1"/>
          <p:nvPr>
            <p:ph type="title"/>
          </p:nvPr>
        </p:nvSpPr>
        <p:spPr>
          <a:xfrm>
            <a:off x="678884" y="413543"/>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Clr>
                <a:schemeClr val="dk1"/>
              </a:buClr>
              <a:buSzPts val="3400"/>
              <a:buFont typeface="Calibri"/>
              <a:buNone/>
            </a:pPr>
            <a:r>
              <a:rPr lang="en-US"/>
              <a:t>Tools used</a:t>
            </a:r>
            <a:endParaRPr/>
          </a:p>
        </p:txBody>
      </p:sp>
      <p:sp>
        <p:nvSpPr>
          <p:cNvPr id="147" name="Google Shape;147;g3b1a60aee5a_0_150"/>
          <p:cNvSpPr txBox="1"/>
          <p:nvPr>
            <p:ph idx="1" type="body"/>
          </p:nvPr>
        </p:nvSpPr>
        <p:spPr>
          <a:xfrm>
            <a:off x="678884" y="1294829"/>
            <a:ext cx="10834200" cy="4398000"/>
          </a:xfrm>
          <a:prstGeom prst="rect">
            <a:avLst/>
          </a:prstGeom>
        </p:spPr>
        <p:txBody>
          <a:bodyPr anchorCtr="0" anchor="t" bIns="45700" lIns="91425" spcFirstLastPara="1" rIns="91425" wrap="square" tIns="45700">
            <a:normAutofit/>
          </a:bodyPr>
          <a:lstStyle/>
          <a:p>
            <a:pPr indent="-342900" lvl="0" marL="457200" rtl="0" algn="l">
              <a:lnSpc>
                <a:spcPct val="150000"/>
              </a:lnSpc>
              <a:spcBef>
                <a:spcPts val="1200"/>
              </a:spcBef>
              <a:spcAft>
                <a:spcPts val="0"/>
              </a:spcAft>
              <a:buClr>
                <a:srgbClr val="000000"/>
              </a:buClr>
              <a:buSzPts val="1800"/>
              <a:buChar char="●"/>
            </a:pPr>
            <a:r>
              <a:rPr b="1" lang="en-US" sz="1800">
                <a:solidFill>
                  <a:srgbClr val="000000"/>
                </a:solidFill>
                <a:latin typeface="Arial"/>
                <a:ea typeface="Arial"/>
                <a:cs typeface="Arial"/>
                <a:sym typeface="Arial"/>
              </a:rPr>
              <a:t>Kali Linux</a:t>
            </a:r>
            <a:r>
              <a:rPr lang="en-US" sz="1800">
                <a:solidFill>
                  <a:srgbClr val="000000"/>
                </a:solidFill>
                <a:latin typeface="Arial"/>
                <a:ea typeface="Arial"/>
                <a:cs typeface="Arial"/>
                <a:sym typeface="Arial"/>
              </a:rPr>
              <a:t> – Operating system used for development, testing, and security analysis</a:t>
            </a:r>
            <a:endParaRPr sz="1800">
              <a:solidFill>
                <a:srgbClr val="000000"/>
              </a:solidFill>
              <a:latin typeface="Arial"/>
              <a:ea typeface="Arial"/>
              <a:cs typeface="Arial"/>
              <a:sym typeface="Arial"/>
            </a:endParaRPr>
          </a:p>
          <a:p>
            <a:pPr indent="-342900" lvl="0" marL="457200" rtl="0" algn="l">
              <a:lnSpc>
                <a:spcPct val="150000"/>
              </a:lnSpc>
              <a:spcBef>
                <a:spcPts val="0"/>
              </a:spcBef>
              <a:spcAft>
                <a:spcPts val="0"/>
              </a:spcAft>
              <a:buClr>
                <a:srgbClr val="000000"/>
              </a:buClr>
              <a:buSzPts val="1800"/>
              <a:buChar char="●"/>
            </a:pPr>
            <a:r>
              <a:rPr b="1" lang="en-US" sz="1800">
                <a:solidFill>
                  <a:srgbClr val="000000"/>
                </a:solidFill>
                <a:latin typeface="Arial"/>
                <a:ea typeface="Arial"/>
                <a:cs typeface="Arial"/>
                <a:sym typeface="Arial"/>
              </a:rPr>
              <a:t>Python</a:t>
            </a:r>
            <a:r>
              <a:rPr lang="en-US" sz="1800">
                <a:solidFill>
                  <a:srgbClr val="000000"/>
                </a:solidFill>
                <a:latin typeface="Arial"/>
                <a:ea typeface="Arial"/>
                <a:cs typeface="Arial"/>
                <a:sym typeface="Arial"/>
              </a:rPr>
              <a:t> – Core programming language used to implement detection logic and automation</a:t>
            </a:r>
            <a:endParaRPr sz="1800">
              <a:solidFill>
                <a:srgbClr val="000000"/>
              </a:solidFill>
              <a:latin typeface="Arial"/>
              <a:ea typeface="Arial"/>
              <a:cs typeface="Arial"/>
              <a:sym typeface="Arial"/>
            </a:endParaRPr>
          </a:p>
          <a:p>
            <a:pPr indent="-342900" lvl="0" marL="457200" rtl="0" algn="l">
              <a:lnSpc>
                <a:spcPct val="150000"/>
              </a:lnSpc>
              <a:spcBef>
                <a:spcPts val="0"/>
              </a:spcBef>
              <a:spcAft>
                <a:spcPts val="0"/>
              </a:spcAft>
              <a:buClr>
                <a:srgbClr val="000000"/>
              </a:buClr>
              <a:buSzPts val="1800"/>
              <a:buChar char="●"/>
            </a:pPr>
            <a:r>
              <a:rPr b="1" lang="en-US" sz="1800">
                <a:solidFill>
                  <a:srgbClr val="000000"/>
                </a:solidFill>
                <a:latin typeface="Arial"/>
                <a:ea typeface="Arial"/>
                <a:cs typeface="Arial"/>
                <a:sym typeface="Arial"/>
              </a:rPr>
              <a:t>Scapy</a:t>
            </a:r>
            <a:r>
              <a:rPr lang="en-US" sz="1800">
                <a:solidFill>
                  <a:srgbClr val="000000"/>
                </a:solidFill>
                <a:latin typeface="Arial"/>
                <a:ea typeface="Arial"/>
                <a:cs typeface="Arial"/>
                <a:sym typeface="Arial"/>
              </a:rPr>
              <a:t> – Used for packet capturing and low-level network traffic analysis</a:t>
            </a:r>
            <a:endParaRPr sz="1800">
              <a:solidFill>
                <a:srgbClr val="000000"/>
              </a:solidFill>
              <a:latin typeface="Arial"/>
              <a:ea typeface="Arial"/>
              <a:cs typeface="Arial"/>
              <a:sym typeface="Arial"/>
            </a:endParaRPr>
          </a:p>
          <a:p>
            <a:pPr indent="-342900" lvl="0" marL="457200" rtl="0" algn="l">
              <a:lnSpc>
                <a:spcPct val="150000"/>
              </a:lnSpc>
              <a:spcBef>
                <a:spcPts val="0"/>
              </a:spcBef>
              <a:spcAft>
                <a:spcPts val="0"/>
              </a:spcAft>
              <a:buClr>
                <a:srgbClr val="000000"/>
              </a:buClr>
              <a:buSzPts val="1800"/>
              <a:buChar char="●"/>
            </a:pPr>
            <a:r>
              <a:rPr b="1" lang="en-US" sz="1800">
                <a:solidFill>
                  <a:srgbClr val="000000"/>
                </a:solidFill>
                <a:latin typeface="Arial"/>
                <a:ea typeface="Arial"/>
                <a:cs typeface="Arial"/>
                <a:sym typeface="Arial"/>
              </a:rPr>
              <a:t>Flask</a:t>
            </a:r>
            <a:r>
              <a:rPr lang="en-US" sz="1800">
                <a:solidFill>
                  <a:srgbClr val="000000"/>
                </a:solidFill>
                <a:latin typeface="Arial"/>
                <a:ea typeface="Arial"/>
                <a:cs typeface="Arial"/>
                <a:sym typeface="Arial"/>
              </a:rPr>
              <a:t> – Used to develop the web-based dashboard and user interface</a:t>
            </a:r>
            <a:endParaRPr sz="1800">
              <a:solidFill>
                <a:srgbClr val="000000"/>
              </a:solidFill>
              <a:latin typeface="Arial"/>
              <a:ea typeface="Arial"/>
              <a:cs typeface="Arial"/>
              <a:sym typeface="Arial"/>
            </a:endParaRPr>
          </a:p>
          <a:p>
            <a:pPr indent="-342900" lvl="0" marL="457200" rtl="0" algn="l">
              <a:lnSpc>
                <a:spcPct val="150000"/>
              </a:lnSpc>
              <a:spcBef>
                <a:spcPts val="0"/>
              </a:spcBef>
              <a:spcAft>
                <a:spcPts val="0"/>
              </a:spcAft>
              <a:buClr>
                <a:srgbClr val="000000"/>
              </a:buClr>
              <a:buSzPts val="1800"/>
              <a:buChar char="●"/>
            </a:pPr>
            <a:r>
              <a:rPr b="1" lang="en-US" sz="1800">
                <a:solidFill>
                  <a:srgbClr val="000000"/>
                </a:solidFill>
                <a:latin typeface="Arial"/>
                <a:ea typeface="Arial"/>
                <a:cs typeface="Arial"/>
                <a:sym typeface="Arial"/>
              </a:rPr>
              <a:t>iptables</a:t>
            </a:r>
            <a:r>
              <a:rPr lang="en-US" sz="1800">
                <a:solidFill>
                  <a:srgbClr val="000000"/>
                </a:solidFill>
                <a:latin typeface="Arial"/>
                <a:ea typeface="Arial"/>
                <a:cs typeface="Arial"/>
                <a:sym typeface="Arial"/>
              </a:rPr>
              <a:t> – Used to block malicious IP addresses at the firewall level</a:t>
            </a:r>
            <a:endParaRPr sz="1800">
              <a:solidFill>
                <a:srgbClr val="000000"/>
              </a:solidFill>
              <a:latin typeface="Arial"/>
              <a:ea typeface="Arial"/>
              <a:cs typeface="Arial"/>
              <a:sym typeface="Arial"/>
            </a:endParaRPr>
          </a:p>
          <a:p>
            <a:pPr indent="-342900" lvl="0" marL="457200" rtl="0" algn="l">
              <a:lnSpc>
                <a:spcPct val="150000"/>
              </a:lnSpc>
              <a:spcBef>
                <a:spcPts val="0"/>
              </a:spcBef>
              <a:spcAft>
                <a:spcPts val="0"/>
              </a:spcAft>
              <a:buClr>
                <a:srgbClr val="000000"/>
              </a:buClr>
              <a:buSzPts val="1800"/>
              <a:buChar char="●"/>
            </a:pPr>
            <a:r>
              <a:rPr b="1" lang="en-US" sz="1800">
                <a:solidFill>
                  <a:srgbClr val="000000"/>
                </a:solidFill>
                <a:latin typeface="Arial"/>
                <a:ea typeface="Arial"/>
                <a:cs typeface="Arial"/>
                <a:sym typeface="Arial"/>
              </a:rPr>
              <a:t>hping3</a:t>
            </a:r>
            <a:r>
              <a:rPr lang="en-US" sz="1800">
                <a:solidFill>
                  <a:srgbClr val="000000"/>
                </a:solidFill>
                <a:latin typeface="Arial"/>
                <a:ea typeface="Arial"/>
                <a:cs typeface="Arial"/>
                <a:sym typeface="Arial"/>
              </a:rPr>
              <a:t> – Used to simulate DoS and DDoS attacks in a controlled environment</a:t>
            </a:r>
            <a:endParaRPr sz="1800">
              <a:solidFill>
                <a:srgbClr val="000000"/>
              </a:solidFill>
              <a:latin typeface="Arial"/>
              <a:ea typeface="Arial"/>
              <a:cs typeface="Arial"/>
              <a:sym typeface="Arial"/>
            </a:endParaRPr>
          </a:p>
          <a:p>
            <a:pPr indent="-342900" lvl="0" marL="457200" rtl="0" algn="l">
              <a:lnSpc>
                <a:spcPct val="150000"/>
              </a:lnSpc>
              <a:spcBef>
                <a:spcPts val="0"/>
              </a:spcBef>
              <a:spcAft>
                <a:spcPts val="0"/>
              </a:spcAft>
              <a:buClr>
                <a:srgbClr val="000000"/>
              </a:buClr>
              <a:buSzPts val="1800"/>
              <a:buChar char="●"/>
            </a:pPr>
            <a:r>
              <a:rPr b="1" lang="en-US" sz="1800">
                <a:solidFill>
                  <a:srgbClr val="000000"/>
                </a:solidFill>
                <a:latin typeface="Arial"/>
                <a:ea typeface="Arial"/>
                <a:cs typeface="Arial"/>
                <a:sym typeface="Arial"/>
              </a:rPr>
              <a:t>Wireshark</a:t>
            </a:r>
            <a:r>
              <a:rPr lang="en-US" sz="1800">
                <a:solidFill>
                  <a:srgbClr val="000000"/>
                </a:solidFill>
                <a:latin typeface="Arial"/>
                <a:ea typeface="Arial"/>
                <a:cs typeface="Arial"/>
                <a:sym typeface="Arial"/>
              </a:rPr>
              <a:t> – Used to observe and verify network traffic during normal and attack conditions</a:t>
            </a:r>
            <a:endParaRPr sz="35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b1a60aee5a_0_138"/>
          <p:cNvSpPr txBox="1"/>
          <p:nvPr>
            <p:ph type="title"/>
          </p:nvPr>
        </p:nvSpPr>
        <p:spPr>
          <a:xfrm>
            <a:off x="678881" y="277740"/>
            <a:ext cx="5107200" cy="612900"/>
          </a:xfrm>
          <a:prstGeom prst="rect">
            <a:avLst/>
          </a:prstGeom>
          <a:noFill/>
          <a:ln>
            <a:noFill/>
          </a:ln>
        </p:spPr>
        <p:txBody>
          <a:bodyPr anchorCtr="0" anchor="ctr" bIns="0" lIns="0" spcFirstLastPara="1" rIns="0" wrap="square" tIns="0">
            <a:normAutofit/>
          </a:bodyPr>
          <a:lstStyle/>
          <a:p>
            <a:pPr indent="0" lvl="0" marL="0" rtl="0" algn="l">
              <a:lnSpc>
                <a:spcPct val="90000"/>
              </a:lnSpc>
              <a:spcBef>
                <a:spcPts val="0"/>
              </a:spcBef>
              <a:spcAft>
                <a:spcPts val="0"/>
              </a:spcAft>
              <a:buClr>
                <a:schemeClr val="dk1"/>
              </a:buClr>
              <a:buSzPts val="3400"/>
              <a:buFont typeface="Calibri"/>
              <a:buNone/>
            </a:pPr>
            <a:r>
              <a:rPr lang="en-US"/>
              <a:t>Proof of Concept (PoC)</a:t>
            </a:r>
            <a:endParaRPr/>
          </a:p>
        </p:txBody>
      </p:sp>
      <p:pic>
        <p:nvPicPr>
          <p:cNvPr id="153" name="Google Shape;153;g3b1a60aee5a_0_138"/>
          <p:cNvPicPr preferRelativeResize="0"/>
          <p:nvPr/>
        </p:nvPicPr>
        <p:blipFill rotWithShape="1">
          <a:blip r:embed="rId3">
            <a:alphaModFix/>
          </a:blip>
          <a:srcRect b="-1289" l="-270" r="269" t="1290"/>
          <a:stretch/>
        </p:blipFill>
        <p:spPr>
          <a:xfrm>
            <a:off x="529988" y="4201725"/>
            <a:ext cx="5404975" cy="1956100"/>
          </a:xfrm>
          <a:prstGeom prst="rect">
            <a:avLst/>
          </a:prstGeom>
          <a:noFill/>
          <a:ln>
            <a:noFill/>
          </a:ln>
        </p:spPr>
      </p:pic>
      <p:sp>
        <p:nvSpPr>
          <p:cNvPr id="154" name="Google Shape;154;g3b1a60aee5a_0_138"/>
          <p:cNvSpPr txBox="1"/>
          <p:nvPr/>
        </p:nvSpPr>
        <p:spPr>
          <a:xfrm>
            <a:off x="435868" y="1159757"/>
            <a:ext cx="3641100" cy="4464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rgbClr val="171616"/>
              </a:buClr>
              <a:buSzPts val="1700"/>
              <a:buFont typeface="Calibri"/>
              <a:buChar char="●"/>
            </a:pPr>
            <a:r>
              <a:rPr b="1" lang="en-US" sz="1700">
                <a:solidFill>
                  <a:srgbClr val="171616"/>
                </a:solidFill>
                <a:latin typeface="Calibri"/>
                <a:ea typeface="Calibri"/>
                <a:cs typeface="Calibri"/>
                <a:sym typeface="Calibri"/>
              </a:rPr>
              <a:t>Go to the Environment</a:t>
            </a:r>
            <a:endParaRPr b="1" sz="1700">
              <a:solidFill>
                <a:srgbClr val="171616"/>
              </a:solidFill>
              <a:latin typeface="Calibri"/>
              <a:ea typeface="Calibri"/>
              <a:cs typeface="Calibri"/>
              <a:sym typeface="Calibri"/>
            </a:endParaRPr>
          </a:p>
        </p:txBody>
      </p:sp>
      <p:sp>
        <p:nvSpPr>
          <p:cNvPr id="155" name="Google Shape;155;g3b1a60aee5a_0_138"/>
          <p:cNvSpPr txBox="1"/>
          <p:nvPr/>
        </p:nvSpPr>
        <p:spPr>
          <a:xfrm>
            <a:off x="354400" y="3402230"/>
            <a:ext cx="3000000" cy="7080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rgbClr val="171616"/>
              </a:buClr>
              <a:buSzPts val="1700"/>
              <a:buFont typeface="Calibri"/>
              <a:buChar char="●"/>
            </a:pPr>
            <a:r>
              <a:rPr b="1" lang="en-US" sz="1700">
                <a:solidFill>
                  <a:srgbClr val="171616"/>
                </a:solidFill>
                <a:latin typeface="Calibri"/>
                <a:ea typeface="Calibri"/>
                <a:cs typeface="Calibri"/>
                <a:sym typeface="Calibri"/>
              </a:rPr>
              <a:t>Run the file with Python code</a:t>
            </a:r>
            <a:endParaRPr b="1" sz="1700">
              <a:solidFill>
                <a:srgbClr val="171616"/>
              </a:solidFill>
              <a:latin typeface="Calibri"/>
              <a:ea typeface="Calibri"/>
              <a:cs typeface="Calibri"/>
              <a:sym typeface="Calibri"/>
            </a:endParaRPr>
          </a:p>
        </p:txBody>
      </p:sp>
      <p:sp>
        <p:nvSpPr>
          <p:cNvPr id="156" name="Google Shape;156;g3b1a60aee5a_0_138"/>
          <p:cNvSpPr txBox="1"/>
          <p:nvPr/>
        </p:nvSpPr>
        <p:spPr>
          <a:xfrm>
            <a:off x="6446081" y="889900"/>
            <a:ext cx="3000000" cy="4464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chemeClr val="lt1"/>
              </a:buClr>
              <a:buSzPts val="1700"/>
              <a:buFont typeface="Calibri"/>
              <a:buChar char="●"/>
            </a:pPr>
            <a:r>
              <a:rPr b="1" lang="en-US" sz="1700">
                <a:solidFill>
                  <a:schemeClr val="lt1"/>
                </a:solidFill>
                <a:latin typeface="Calibri"/>
                <a:ea typeface="Calibri"/>
                <a:cs typeface="Calibri"/>
                <a:sym typeface="Calibri"/>
              </a:rPr>
              <a:t>Monitor on Website</a:t>
            </a:r>
            <a:endParaRPr b="1">
              <a:solidFill>
                <a:schemeClr val="lt1"/>
              </a:solidFill>
            </a:endParaRPr>
          </a:p>
        </p:txBody>
      </p:sp>
      <p:pic>
        <p:nvPicPr>
          <p:cNvPr id="157" name="Google Shape;157;g3b1a60aee5a_0_138"/>
          <p:cNvPicPr preferRelativeResize="0"/>
          <p:nvPr/>
        </p:nvPicPr>
        <p:blipFill>
          <a:blip r:embed="rId4">
            <a:alphaModFix/>
          </a:blip>
          <a:stretch>
            <a:fillRect/>
          </a:stretch>
        </p:blipFill>
        <p:spPr>
          <a:xfrm>
            <a:off x="6524625" y="1488700"/>
            <a:ext cx="5514974" cy="3149502"/>
          </a:xfrm>
          <a:prstGeom prst="rect">
            <a:avLst/>
          </a:prstGeom>
          <a:noFill/>
          <a:ln>
            <a:noFill/>
          </a:ln>
        </p:spPr>
      </p:pic>
      <p:pic>
        <p:nvPicPr>
          <p:cNvPr id="158" name="Google Shape;158;g3b1a60aee5a_0_138"/>
          <p:cNvPicPr preferRelativeResize="0"/>
          <p:nvPr/>
        </p:nvPicPr>
        <p:blipFill>
          <a:blip r:embed="rId5">
            <a:alphaModFix/>
          </a:blip>
          <a:stretch>
            <a:fillRect/>
          </a:stretch>
        </p:blipFill>
        <p:spPr>
          <a:xfrm>
            <a:off x="576937" y="1636775"/>
            <a:ext cx="5311075" cy="153114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3b1a60aee5a_0_163"/>
          <p:cNvSpPr txBox="1"/>
          <p:nvPr>
            <p:ph type="title"/>
          </p:nvPr>
        </p:nvSpPr>
        <p:spPr>
          <a:xfrm>
            <a:off x="678881" y="277740"/>
            <a:ext cx="5107200" cy="612900"/>
          </a:xfrm>
          <a:prstGeom prst="rect">
            <a:avLst/>
          </a:prstGeom>
          <a:noFill/>
          <a:ln>
            <a:noFill/>
          </a:ln>
        </p:spPr>
        <p:txBody>
          <a:bodyPr anchorCtr="0" anchor="ctr" bIns="0" lIns="0" spcFirstLastPara="1" rIns="0" wrap="square" tIns="0">
            <a:normAutofit/>
          </a:bodyPr>
          <a:lstStyle/>
          <a:p>
            <a:pPr indent="0" lvl="0" marL="0" rtl="0" algn="l">
              <a:lnSpc>
                <a:spcPct val="90000"/>
              </a:lnSpc>
              <a:spcBef>
                <a:spcPts val="0"/>
              </a:spcBef>
              <a:spcAft>
                <a:spcPts val="0"/>
              </a:spcAft>
              <a:buClr>
                <a:schemeClr val="dk1"/>
              </a:buClr>
              <a:buSzPts val="3400"/>
              <a:buFont typeface="Calibri"/>
              <a:buNone/>
            </a:pPr>
            <a:r>
              <a:rPr lang="en-US"/>
              <a:t>Proof of Concept (PoC)</a:t>
            </a:r>
            <a:endParaRPr/>
          </a:p>
        </p:txBody>
      </p:sp>
      <p:pic>
        <p:nvPicPr>
          <p:cNvPr id="164" name="Google Shape;164;g3b1a60aee5a_0_163"/>
          <p:cNvPicPr preferRelativeResize="0"/>
          <p:nvPr/>
        </p:nvPicPr>
        <p:blipFill>
          <a:blip r:embed="rId3">
            <a:alphaModFix/>
          </a:blip>
          <a:stretch>
            <a:fillRect/>
          </a:stretch>
        </p:blipFill>
        <p:spPr>
          <a:xfrm>
            <a:off x="6446075" y="1588012"/>
            <a:ext cx="5298249" cy="3448650"/>
          </a:xfrm>
          <a:prstGeom prst="rect">
            <a:avLst/>
          </a:prstGeom>
          <a:noFill/>
          <a:ln>
            <a:noFill/>
          </a:ln>
        </p:spPr>
      </p:pic>
      <p:pic>
        <p:nvPicPr>
          <p:cNvPr id="165" name="Google Shape;165;g3b1a60aee5a_0_163"/>
          <p:cNvPicPr preferRelativeResize="0"/>
          <p:nvPr/>
        </p:nvPicPr>
        <p:blipFill>
          <a:blip r:embed="rId4">
            <a:alphaModFix/>
          </a:blip>
          <a:stretch>
            <a:fillRect/>
          </a:stretch>
        </p:blipFill>
        <p:spPr>
          <a:xfrm>
            <a:off x="354388" y="1817277"/>
            <a:ext cx="5514975" cy="1628775"/>
          </a:xfrm>
          <a:prstGeom prst="rect">
            <a:avLst/>
          </a:prstGeom>
          <a:noFill/>
          <a:ln>
            <a:noFill/>
          </a:ln>
        </p:spPr>
      </p:pic>
      <p:sp>
        <p:nvSpPr>
          <p:cNvPr id="166" name="Google Shape;166;g3b1a60aee5a_0_163"/>
          <p:cNvSpPr txBox="1"/>
          <p:nvPr/>
        </p:nvSpPr>
        <p:spPr>
          <a:xfrm>
            <a:off x="354400" y="1227650"/>
            <a:ext cx="3000000" cy="4464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rgbClr val="171616"/>
              </a:buClr>
              <a:buSzPts val="1700"/>
              <a:buFont typeface="Calibri"/>
              <a:buChar char="●"/>
            </a:pPr>
            <a:r>
              <a:rPr b="1" lang="en-US" sz="1700">
                <a:solidFill>
                  <a:srgbClr val="171616"/>
                </a:solidFill>
                <a:latin typeface="Calibri"/>
                <a:ea typeface="Calibri"/>
                <a:cs typeface="Calibri"/>
                <a:sym typeface="Calibri"/>
              </a:rPr>
              <a:t>Start the Attack</a:t>
            </a:r>
            <a:endParaRPr b="1"/>
          </a:p>
        </p:txBody>
      </p:sp>
      <p:sp>
        <p:nvSpPr>
          <p:cNvPr id="167" name="Google Shape;167;g3b1a60aee5a_0_163"/>
          <p:cNvSpPr txBox="1"/>
          <p:nvPr/>
        </p:nvSpPr>
        <p:spPr>
          <a:xfrm>
            <a:off x="6446081" y="889900"/>
            <a:ext cx="3000000" cy="446400"/>
          </a:xfrm>
          <a:prstGeom prst="rect">
            <a:avLst/>
          </a:prstGeom>
          <a:noFill/>
          <a:ln>
            <a:noFill/>
          </a:ln>
        </p:spPr>
        <p:txBody>
          <a:bodyPr anchorCtr="0" anchor="t" bIns="91425" lIns="91425" spcFirstLastPara="1" rIns="91425" wrap="square" tIns="91425">
            <a:spAutoFit/>
          </a:bodyPr>
          <a:lstStyle/>
          <a:p>
            <a:pPr indent="-336550" lvl="0" marL="457200" rtl="0" algn="l">
              <a:spcBef>
                <a:spcPts val="0"/>
              </a:spcBef>
              <a:spcAft>
                <a:spcPts val="0"/>
              </a:spcAft>
              <a:buClr>
                <a:schemeClr val="lt1"/>
              </a:buClr>
              <a:buSzPts val="1700"/>
              <a:buFont typeface="Calibri"/>
              <a:buChar char="●"/>
            </a:pPr>
            <a:r>
              <a:rPr b="1" lang="en-US" sz="1700">
                <a:solidFill>
                  <a:schemeClr val="lt1"/>
                </a:solidFill>
                <a:latin typeface="Calibri"/>
                <a:ea typeface="Calibri"/>
                <a:cs typeface="Calibri"/>
                <a:sym typeface="Calibri"/>
              </a:rPr>
              <a:t>Monitor on Website</a:t>
            </a:r>
            <a:endParaRPr b="1">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b1a60aee5a_0_99"/>
          <p:cNvSpPr txBox="1"/>
          <p:nvPr>
            <p:ph type="title"/>
          </p:nvPr>
        </p:nvSpPr>
        <p:spPr>
          <a:xfrm>
            <a:off x="678884" y="399963"/>
            <a:ext cx="10834200" cy="612900"/>
          </a:xfrm>
          <a:prstGeom prst="rect">
            <a:avLst/>
          </a:prstGeom>
          <a:noFill/>
          <a:ln>
            <a:noFill/>
          </a:ln>
        </p:spPr>
        <p:txBody>
          <a:bodyPr anchorCtr="0" anchor="ctr" bIns="0" lIns="0" spcFirstLastPara="1" rIns="0" wrap="square" tIns="0">
            <a:normAutofit/>
          </a:bodyPr>
          <a:lstStyle/>
          <a:p>
            <a:pPr indent="0" lvl="0" marL="0" rtl="0" algn="l">
              <a:lnSpc>
                <a:spcPct val="90000"/>
              </a:lnSpc>
              <a:spcBef>
                <a:spcPts val="0"/>
              </a:spcBef>
              <a:spcAft>
                <a:spcPts val="0"/>
              </a:spcAft>
              <a:buClr>
                <a:schemeClr val="dk1"/>
              </a:buClr>
              <a:buSzPts val="3400"/>
              <a:buFont typeface="Calibri"/>
              <a:buNone/>
            </a:pPr>
            <a:r>
              <a:rPr lang="en-US"/>
              <a:t>Impact Analysis </a:t>
            </a:r>
            <a:endParaRPr/>
          </a:p>
        </p:txBody>
      </p:sp>
      <p:sp>
        <p:nvSpPr>
          <p:cNvPr id="174" name="Google Shape;174;g3b1a60aee5a_0_99"/>
          <p:cNvSpPr txBox="1"/>
          <p:nvPr>
            <p:ph idx="1" type="body"/>
          </p:nvPr>
        </p:nvSpPr>
        <p:spPr>
          <a:xfrm>
            <a:off x="746784" y="1349170"/>
            <a:ext cx="10834200" cy="4398000"/>
          </a:xfrm>
          <a:prstGeom prst="rect">
            <a:avLst/>
          </a:prstGeom>
          <a:noFill/>
          <a:ln>
            <a:noFill/>
          </a:ln>
        </p:spPr>
        <p:txBody>
          <a:bodyPr anchorCtr="0" anchor="t" bIns="0" lIns="0" spcFirstLastPara="1" rIns="0" wrap="square" tIns="0">
            <a:normAutofit/>
          </a:bodyPr>
          <a:lstStyle/>
          <a:p>
            <a:pPr indent="-336550" lvl="0" marL="457200" rtl="0" algn="l">
              <a:lnSpc>
                <a:spcPct val="150000"/>
              </a:lnSpc>
              <a:spcBef>
                <a:spcPts val="1200"/>
              </a:spcBef>
              <a:spcAft>
                <a:spcPts val="0"/>
              </a:spcAft>
              <a:buClr>
                <a:srgbClr val="000000"/>
              </a:buClr>
              <a:buSzPts val="1700"/>
              <a:buChar char="●"/>
            </a:pPr>
            <a:r>
              <a:rPr lang="en-US" sz="1700">
                <a:solidFill>
                  <a:srgbClr val="000000"/>
                </a:solidFill>
                <a:latin typeface="Arial"/>
                <a:ea typeface="Arial"/>
                <a:cs typeface="Arial"/>
                <a:sym typeface="Arial"/>
              </a:rPr>
              <a:t>DoS and DDoS attacks can cause service unavailability and application downtime.</a:t>
            </a:r>
            <a:endParaRPr sz="1700">
              <a:solidFill>
                <a:srgbClr val="000000"/>
              </a:solidFill>
              <a:latin typeface="Arial"/>
              <a:ea typeface="Arial"/>
              <a:cs typeface="Arial"/>
              <a:sym typeface="Arial"/>
            </a:endParaRPr>
          </a:p>
          <a:p>
            <a:pPr indent="-336550" lvl="0" marL="457200" rtl="0" algn="l">
              <a:lnSpc>
                <a:spcPct val="150000"/>
              </a:lnSpc>
              <a:spcBef>
                <a:spcPts val="0"/>
              </a:spcBef>
              <a:spcAft>
                <a:spcPts val="0"/>
              </a:spcAft>
              <a:buClr>
                <a:srgbClr val="000000"/>
              </a:buClr>
              <a:buSzPts val="1700"/>
              <a:buChar char="●"/>
            </a:pPr>
            <a:r>
              <a:rPr lang="en-US" sz="1700">
                <a:solidFill>
                  <a:srgbClr val="000000"/>
                </a:solidFill>
                <a:latin typeface="Arial"/>
                <a:ea typeface="Arial"/>
                <a:cs typeface="Arial"/>
                <a:sym typeface="Arial"/>
              </a:rPr>
              <a:t>High traffic floods may exhaust server resources such as bandwidth, CPU, and memory.</a:t>
            </a:r>
            <a:endParaRPr sz="1700">
              <a:solidFill>
                <a:srgbClr val="000000"/>
              </a:solidFill>
              <a:latin typeface="Arial"/>
              <a:ea typeface="Arial"/>
              <a:cs typeface="Arial"/>
              <a:sym typeface="Arial"/>
            </a:endParaRPr>
          </a:p>
          <a:p>
            <a:pPr indent="-336550" lvl="0" marL="457200" rtl="0" algn="l">
              <a:lnSpc>
                <a:spcPct val="150000"/>
              </a:lnSpc>
              <a:spcBef>
                <a:spcPts val="0"/>
              </a:spcBef>
              <a:spcAft>
                <a:spcPts val="0"/>
              </a:spcAft>
              <a:buClr>
                <a:srgbClr val="000000"/>
              </a:buClr>
              <a:buSzPts val="1700"/>
              <a:buChar char="●"/>
            </a:pPr>
            <a:r>
              <a:rPr lang="en-US" sz="1700">
                <a:solidFill>
                  <a:srgbClr val="000000"/>
                </a:solidFill>
                <a:latin typeface="Arial"/>
                <a:ea typeface="Arial"/>
                <a:cs typeface="Arial"/>
                <a:sym typeface="Arial"/>
              </a:rPr>
              <a:t>Legitimate users may experience slow response times or complete denial of access.</a:t>
            </a:r>
            <a:endParaRPr sz="1700">
              <a:solidFill>
                <a:srgbClr val="000000"/>
              </a:solidFill>
              <a:latin typeface="Arial"/>
              <a:ea typeface="Arial"/>
              <a:cs typeface="Arial"/>
              <a:sym typeface="Arial"/>
            </a:endParaRPr>
          </a:p>
          <a:p>
            <a:pPr indent="-336550" lvl="0" marL="457200" rtl="0" algn="l">
              <a:lnSpc>
                <a:spcPct val="150000"/>
              </a:lnSpc>
              <a:spcBef>
                <a:spcPts val="0"/>
              </a:spcBef>
              <a:spcAft>
                <a:spcPts val="0"/>
              </a:spcAft>
              <a:buClr>
                <a:srgbClr val="000000"/>
              </a:buClr>
              <a:buSzPts val="1700"/>
              <a:buChar char="●"/>
            </a:pPr>
            <a:r>
              <a:rPr lang="en-US" sz="1700">
                <a:solidFill>
                  <a:srgbClr val="000000"/>
                </a:solidFill>
                <a:latin typeface="Arial"/>
                <a:ea typeface="Arial"/>
                <a:cs typeface="Arial"/>
                <a:sym typeface="Arial"/>
              </a:rPr>
              <a:t>Repeated attacks can lead to financial loss and damage to organizational reputation.</a:t>
            </a:r>
            <a:endParaRPr sz="1700">
              <a:solidFill>
                <a:srgbClr val="000000"/>
              </a:solidFill>
              <a:latin typeface="Arial"/>
              <a:ea typeface="Arial"/>
              <a:cs typeface="Arial"/>
              <a:sym typeface="Arial"/>
            </a:endParaRPr>
          </a:p>
          <a:p>
            <a:pPr indent="-336550" lvl="0" marL="457200" rtl="0" algn="l">
              <a:lnSpc>
                <a:spcPct val="150000"/>
              </a:lnSpc>
              <a:spcBef>
                <a:spcPts val="0"/>
              </a:spcBef>
              <a:spcAft>
                <a:spcPts val="0"/>
              </a:spcAft>
              <a:buClr>
                <a:srgbClr val="000000"/>
              </a:buClr>
              <a:buSzPts val="1700"/>
              <a:buChar char="●"/>
            </a:pPr>
            <a:r>
              <a:rPr lang="en-US" sz="1700">
                <a:solidFill>
                  <a:srgbClr val="000000"/>
                </a:solidFill>
                <a:latin typeface="Arial"/>
                <a:ea typeface="Arial"/>
                <a:cs typeface="Arial"/>
                <a:sym typeface="Arial"/>
              </a:rPr>
              <a:t>Effective detection and mitigation reduce operational risk and improve service reliability.</a:t>
            </a:r>
            <a:endParaRPr b="1" sz="1700">
              <a:solidFill>
                <a:srgbClr val="000000"/>
              </a:solidFill>
              <a:latin typeface="Arial"/>
              <a:ea typeface="Arial"/>
              <a:cs typeface="Arial"/>
              <a:sym typeface="Arial"/>
            </a:endParaRPr>
          </a:p>
        </p:txBody>
      </p:sp>
      <p:pic>
        <p:nvPicPr>
          <p:cNvPr id="175" name="Google Shape;175;g3b1a60aee5a_0_99"/>
          <p:cNvPicPr preferRelativeResize="0"/>
          <p:nvPr/>
        </p:nvPicPr>
        <p:blipFill>
          <a:blip r:embed="rId3">
            <a:alphaModFix/>
          </a:blip>
          <a:stretch>
            <a:fillRect/>
          </a:stretch>
        </p:blipFill>
        <p:spPr>
          <a:xfrm>
            <a:off x="1325177" y="3420720"/>
            <a:ext cx="4302875" cy="2668225"/>
          </a:xfrm>
          <a:prstGeom prst="rect">
            <a:avLst/>
          </a:prstGeom>
          <a:noFill/>
          <a:ln>
            <a:noFill/>
          </a:ln>
        </p:spPr>
      </p:pic>
      <p:pic>
        <p:nvPicPr>
          <p:cNvPr id="176" name="Google Shape;176;g3b1a60aee5a_0_99"/>
          <p:cNvPicPr preferRelativeResize="0"/>
          <p:nvPr/>
        </p:nvPicPr>
        <p:blipFill>
          <a:blip r:embed="rId4">
            <a:alphaModFix/>
          </a:blip>
          <a:stretch>
            <a:fillRect/>
          </a:stretch>
        </p:blipFill>
        <p:spPr>
          <a:xfrm>
            <a:off x="6371828" y="3493783"/>
            <a:ext cx="4060474" cy="2409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3b1a60aee5a_0_108"/>
          <p:cNvSpPr txBox="1"/>
          <p:nvPr>
            <p:ph type="title"/>
          </p:nvPr>
        </p:nvSpPr>
        <p:spPr>
          <a:xfrm>
            <a:off x="678884" y="386383"/>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Mitigation &amp; Blocking Mechanism </a:t>
            </a:r>
            <a:endParaRPr/>
          </a:p>
        </p:txBody>
      </p:sp>
      <p:sp>
        <p:nvSpPr>
          <p:cNvPr id="183" name="Google Shape;183;g3b1a60aee5a_0_108"/>
          <p:cNvSpPr txBox="1"/>
          <p:nvPr>
            <p:ph idx="1" type="body"/>
          </p:nvPr>
        </p:nvSpPr>
        <p:spPr>
          <a:xfrm>
            <a:off x="678884" y="1321990"/>
            <a:ext cx="10834200" cy="4398000"/>
          </a:xfrm>
          <a:prstGeom prst="rect">
            <a:avLst/>
          </a:prstGeom>
        </p:spPr>
        <p:txBody>
          <a:bodyPr anchorCtr="0" anchor="t" bIns="45700" lIns="91425" spcFirstLastPara="1" rIns="91425" wrap="square" tIns="45700">
            <a:normAutofit/>
          </a:bodyPr>
          <a:lstStyle/>
          <a:p>
            <a:pPr indent="-336550" lvl="0" marL="457200" rtl="0" algn="l">
              <a:lnSpc>
                <a:spcPct val="150000"/>
              </a:lnSpc>
              <a:spcBef>
                <a:spcPts val="1200"/>
              </a:spcBef>
              <a:spcAft>
                <a:spcPts val="0"/>
              </a:spcAft>
              <a:buClr>
                <a:srgbClr val="000000"/>
              </a:buClr>
              <a:buSzPts val="1700"/>
              <a:buChar char="●"/>
            </a:pPr>
            <a:r>
              <a:rPr lang="en-US" sz="1700">
                <a:solidFill>
                  <a:srgbClr val="000000"/>
                </a:solidFill>
                <a:latin typeface="Arial"/>
                <a:ea typeface="Arial"/>
                <a:cs typeface="Arial"/>
                <a:sym typeface="Arial"/>
              </a:rPr>
              <a:t>ShieldGuard identifies the source IP responsible for malicious activity.</a:t>
            </a:r>
            <a:endParaRPr sz="1700">
              <a:solidFill>
                <a:srgbClr val="000000"/>
              </a:solidFill>
              <a:latin typeface="Arial"/>
              <a:ea typeface="Arial"/>
              <a:cs typeface="Arial"/>
              <a:sym typeface="Arial"/>
            </a:endParaRPr>
          </a:p>
          <a:p>
            <a:pPr indent="-336550" lvl="0" marL="457200" rtl="0" algn="l">
              <a:lnSpc>
                <a:spcPct val="150000"/>
              </a:lnSpc>
              <a:spcBef>
                <a:spcPts val="0"/>
              </a:spcBef>
              <a:spcAft>
                <a:spcPts val="0"/>
              </a:spcAft>
              <a:buClr>
                <a:srgbClr val="000000"/>
              </a:buClr>
              <a:buSzPts val="1700"/>
              <a:buChar char="●"/>
            </a:pPr>
            <a:r>
              <a:rPr lang="en-US" sz="1700">
                <a:solidFill>
                  <a:srgbClr val="000000"/>
                </a:solidFill>
                <a:latin typeface="Arial"/>
                <a:ea typeface="Arial"/>
                <a:cs typeface="Arial"/>
                <a:sym typeface="Arial"/>
              </a:rPr>
              <a:t>Firewall rules are applied to block the detected attacker IP.</a:t>
            </a:r>
            <a:endParaRPr sz="1700">
              <a:solidFill>
                <a:srgbClr val="000000"/>
              </a:solidFill>
              <a:latin typeface="Arial"/>
              <a:ea typeface="Arial"/>
              <a:cs typeface="Arial"/>
              <a:sym typeface="Arial"/>
            </a:endParaRPr>
          </a:p>
          <a:p>
            <a:pPr indent="-336550" lvl="0" marL="457200" rtl="0" algn="l">
              <a:lnSpc>
                <a:spcPct val="150000"/>
              </a:lnSpc>
              <a:spcBef>
                <a:spcPts val="0"/>
              </a:spcBef>
              <a:spcAft>
                <a:spcPts val="0"/>
              </a:spcAft>
              <a:buClr>
                <a:srgbClr val="000000"/>
              </a:buClr>
              <a:buSzPts val="1700"/>
              <a:buChar char="●"/>
            </a:pPr>
            <a:r>
              <a:rPr lang="en-US" sz="1700">
                <a:solidFill>
                  <a:srgbClr val="000000"/>
                </a:solidFill>
                <a:latin typeface="Arial"/>
                <a:ea typeface="Arial"/>
                <a:cs typeface="Arial"/>
                <a:sym typeface="Arial"/>
              </a:rPr>
              <a:t>Blocking prevents further malicious traffic from reaching the server.</a:t>
            </a:r>
            <a:endParaRPr sz="1700">
              <a:solidFill>
                <a:srgbClr val="000000"/>
              </a:solidFill>
              <a:latin typeface="Arial"/>
              <a:ea typeface="Arial"/>
              <a:cs typeface="Arial"/>
              <a:sym typeface="Arial"/>
            </a:endParaRPr>
          </a:p>
          <a:p>
            <a:pPr indent="-336550" lvl="0" marL="457200" rtl="0" algn="l">
              <a:lnSpc>
                <a:spcPct val="150000"/>
              </a:lnSpc>
              <a:spcBef>
                <a:spcPts val="0"/>
              </a:spcBef>
              <a:spcAft>
                <a:spcPts val="0"/>
              </a:spcAft>
              <a:buClr>
                <a:srgbClr val="000000"/>
              </a:buClr>
              <a:buSzPts val="1700"/>
              <a:buChar char="●"/>
            </a:pPr>
            <a:r>
              <a:rPr lang="en-US" sz="1700">
                <a:solidFill>
                  <a:srgbClr val="000000"/>
                </a:solidFill>
                <a:latin typeface="Arial"/>
                <a:ea typeface="Arial"/>
                <a:cs typeface="Arial"/>
                <a:sym typeface="Arial"/>
              </a:rPr>
              <a:t>The system updates the attack status and blocked IP details in real time.</a:t>
            </a:r>
            <a:endParaRPr sz="1700">
              <a:solidFill>
                <a:srgbClr val="000000"/>
              </a:solidFill>
              <a:latin typeface="Arial"/>
              <a:ea typeface="Arial"/>
              <a:cs typeface="Arial"/>
              <a:sym typeface="Arial"/>
            </a:endParaRPr>
          </a:p>
          <a:p>
            <a:pPr indent="-336550" lvl="0" marL="457200" rtl="0" algn="l">
              <a:lnSpc>
                <a:spcPct val="150000"/>
              </a:lnSpc>
              <a:spcBef>
                <a:spcPts val="0"/>
              </a:spcBef>
              <a:spcAft>
                <a:spcPts val="0"/>
              </a:spcAft>
              <a:buClr>
                <a:srgbClr val="000000"/>
              </a:buClr>
              <a:buSzPts val="1700"/>
              <a:buChar char="●"/>
            </a:pPr>
            <a:r>
              <a:rPr lang="en-US" sz="1700">
                <a:solidFill>
                  <a:srgbClr val="000000"/>
                </a:solidFill>
                <a:latin typeface="Arial"/>
                <a:ea typeface="Arial"/>
                <a:cs typeface="Arial"/>
                <a:sym typeface="Arial"/>
              </a:rPr>
              <a:t>This mechanism helps maintain service availability during attack conditions.</a:t>
            </a:r>
            <a:endParaRPr sz="1700">
              <a:solidFill>
                <a:srgbClr val="000000"/>
              </a:solidFill>
              <a:latin typeface="Arial"/>
              <a:ea typeface="Arial"/>
              <a:cs typeface="Arial"/>
              <a:sym typeface="Arial"/>
            </a:endParaRPr>
          </a:p>
          <a:p>
            <a:pPr indent="0" lvl="0" marL="0" rtl="0" algn="l">
              <a:lnSpc>
                <a:spcPct val="150000"/>
              </a:lnSpc>
              <a:spcBef>
                <a:spcPts val="1200"/>
              </a:spcBef>
              <a:spcAft>
                <a:spcPts val="0"/>
              </a:spcAft>
              <a:buNone/>
            </a:pPr>
            <a:r>
              <a:t/>
            </a:r>
            <a:endParaRPr sz="3400"/>
          </a:p>
        </p:txBody>
      </p:sp>
      <p:pic>
        <p:nvPicPr>
          <p:cNvPr id="184" name="Google Shape;184;g3b1a60aee5a_0_108"/>
          <p:cNvPicPr preferRelativeResize="0"/>
          <p:nvPr/>
        </p:nvPicPr>
        <p:blipFill>
          <a:blip r:embed="rId3">
            <a:alphaModFix/>
          </a:blip>
          <a:stretch>
            <a:fillRect/>
          </a:stretch>
        </p:blipFill>
        <p:spPr>
          <a:xfrm rot="-491200">
            <a:off x="3153635" y="4989365"/>
            <a:ext cx="1539600" cy="775125"/>
          </a:xfrm>
          <a:prstGeom prst="rect">
            <a:avLst/>
          </a:prstGeom>
          <a:noFill/>
          <a:ln>
            <a:noFill/>
          </a:ln>
        </p:spPr>
      </p:pic>
      <p:pic>
        <p:nvPicPr>
          <p:cNvPr id="185" name="Google Shape;185;g3b1a60aee5a_0_108"/>
          <p:cNvPicPr preferRelativeResize="0"/>
          <p:nvPr/>
        </p:nvPicPr>
        <p:blipFill>
          <a:blip r:embed="rId3">
            <a:alphaModFix/>
          </a:blip>
          <a:stretch>
            <a:fillRect/>
          </a:stretch>
        </p:blipFill>
        <p:spPr>
          <a:xfrm rot="806986">
            <a:off x="3115609" y="3575082"/>
            <a:ext cx="1626158" cy="526969"/>
          </a:xfrm>
          <a:prstGeom prst="rect">
            <a:avLst/>
          </a:prstGeom>
          <a:noFill/>
          <a:ln>
            <a:noFill/>
          </a:ln>
        </p:spPr>
      </p:pic>
      <p:pic>
        <p:nvPicPr>
          <p:cNvPr id="186" name="Google Shape;186;g3b1a60aee5a_0_108"/>
          <p:cNvPicPr preferRelativeResize="0"/>
          <p:nvPr/>
        </p:nvPicPr>
        <p:blipFill>
          <a:blip r:embed="rId4">
            <a:alphaModFix/>
          </a:blip>
          <a:stretch>
            <a:fillRect/>
          </a:stretch>
        </p:blipFill>
        <p:spPr>
          <a:xfrm>
            <a:off x="2895575" y="3625900"/>
            <a:ext cx="6400800" cy="20383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g3b1a60aee5a_0_115"/>
          <p:cNvSpPr txBox="1"/>
          <p:nvPr>
            <p:ph type="title"/>
          </p:nvPr>
        </p:nvSpPr>
        <p:spPr>
          <a:xfrm>
            <a:off x="678884" y="372803"/>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Conclusion</a:t>
            </a:r>
            <a:endParaRPr/>
          </a:p>
        </p:txBody>
      </p:sp>
      <p:sp>
        <p:nvSpPr>
          <p:cNvPr id="193" name="Google Shape;193;g3b1a60aee5a_0_115"/>
          <p:cNvSpPr txBox="1"/>
          <p:nvPr>
            <p:ph idx="1" type="body"/>
          </p:nvPr>
        </p:nvSpPr>
        <p:spPr>
          <a:xfrm>
            <a:off x="678884" y="1281249"/>
            <a:ext cx="10834200" cy="4398000"/>
          </a:xfrm>
          <a:prstGeom prst="rect">
            <a:avLst/>
          </a:prstGeom>
        </p:spPr>
        <p:txBody>
          <a:bodyPr anchorCtr="0" anchor="t" bIns="45700" lIns="91425" spcFirstLastPara="1" rIns="91425" wrap="square" tIns="45700">
            <a:normAutofit/>
          </a:bodyPr>
          <a:lstStyle/>
          <a:p>
            <a:pPr indent="-342900" lvl="0" marL="457200" rtl="0" algn="l">
              <a:lnSpc>
                <a:spcPct val="150000"/>
              </a:lnSpc>
              <a:spcBef>
                <a:spcPts val="1200"/>
              </a:spcBef>
              <a:spcAft>
                <a:spcPts val="0"/>
              </a:spcAft>
              <a:buClr>
                <a:srgbClr val="000000"/>
              </a:buClr>
              <a:buSzPts val="1800"/>
              <a:buChar char="●"/>
            </a:pPr>
            <a:r>
              <a:rPr lang="en-US" sz="1800">
                <a:solidFill>
                  <a:srgbClr val="000000"/>
                </a:solidFill>
                <a:latin typeface="Arial"/>
                <a:ea typeface="Arial"/>
                <a:cs typeface="Arial"/>
                <a:sym typeface="Arial"/>
              </a:rPr>
              <a:t>ShieldGuard provides an effective solution for detecting and mitigating DoS and DDoS attacks in real time.</a:t>
            </a:r>
            <a:endParaRPr sz="1800">
              <a:solidFill>
                <a:srgbClr val="000000"/>
              </a:solidFill>
              <a:latin typeface="Arial"/>
              <a:ea typeface="Arial"/>
              <a:cs typeface="Arial"/>
              <a:sym typeface="Arial"/>
            </a:endParaRPr>
          </a:p>
          <a:p>
            <a:pPr indent="-342900" lvl="0" marL="457200" rtl="0" algn="l">
              <a:lnSpc>
                <a:spcPct val="150000"/>
              </a:lnSpc>
              <a:spcBef>
                <a:spcPts val="0"/>
              </a:spcBef>
              <a:spcAft>
                <a:spcPts val="0"/>
              </a:spcAft>
              <a:buClr>
                <a:srgbClr val="000000"/>
              </a:buClr>
              <a:buSzPts val="1800"/>
              <a:buChar char="●"/>
            </a:pPr>
            <a:r>
              <a:rPr lang="en-US" sz="1800">
                <a:solidFill>
                  <a:srgbClr val="000000"/>
                </a:solidFill>
                <a:latin typeface="Arial"/>
                <a:ea typeface="Arial"/>
                <a:cs typeface="Arial"/>
                <a:sym typeface="Arial"/>
              </a:rPr>
              <a:t>The tool successfully identifies abnormal network behavior and malicious sources.</a:t>
            </a:r>
            <a:endParaRPr sz="1800">
              <a:solidFill>
                <a:srgbClr val="000000"/>
              </a:solidFill>
              <a:latin typeface="Arial"/>
              <a:ea typeface="Arial"/>
              <a:cs typeface="Arial"/>
              <a:sym typeface="Arial"/>
            </a:endParaRPr>
          </a:p>
          <a:p>
            <a:pPr indent="-342900" lvl="0" marL="457200" rtl="0" algn="l">
              <a:lnSpc>
                <a:spcPct val="150000"/>
              </a:lnSpc>
              <a:spcBef>
                <a:spcPts val="0"/>
              </a:spcBef>
              <a:spcAft>
                <a:spcPts val="0"/>
              </a:spcAft>
              <a:buClr>
                <a:srgbClr val="000000"/>
              </a:buClr>
              <a:buSzPts val="1800"/>
              <a:buChar char="●"/>
            </a:pPr>
            <a:r>
              <a:rPr lang="en-US" sz="1800">
                <a:solidFill>
                  <a:srgbClr val="000000"/>
                </a:solidFill>
                <a:latin typeface="Arial"/>
                <a:ea typeface="Arial"/>
                <a:cs typeface="Arial"/>
                <a:sym typeface="Arial"/>
              </a:rPr>
              <a:t>Automated blocking reduces the impact of attacks and helps maintain service availability.</a:t>
            </a:r>
            <a:endParaRPr sz="1800">
              <a:solidFill>
                <a:srgbClr val="000000"/>
              </a:solidFill>
              <a:latin typeface="Arial"/>
              <a:ea typeface="Arial"/>
              <a:cs typeface="Arial"/>
              <a:sym typeface="Arial"/>
            </a:endParaRPr>
          </a:p>
          <a:p>
            <a:pPr indent="-342900" lvl="0" marL="457200" rtl="0" algn="l">
              <a:lnSpc>
                <a:spcPct val="150000"/>
              </a:lnSpc>
              <a:spcBef>
                <a:spcPts val="0"/>
              </a:spcBef>
              <a:spcAft>
                <a:spcPts val="0"/>
              </a:spcAft>
              <a:buClr>
                <a:srgbClr val="000000"/>
              </a:buClr>
              <a:buSzPts val="1800"/>
              <a:buChar char="●"/>
            </a:pPr>
            <a:r>
              <a:rPr lang="en-US" sz="1800">
                <a:solidFill>
                  <a:srgbClr val="000000"/>
                </a:solidFill>
                <a:latin typeface="Arial"/>
                <a:ea typeface="Arial"/>
                <a:cs typeface="Arial"/>
                <a:sym typeface="Arial"/>
              </a:rPr>
              <a:t>The web-based dashboard improves visibility and simplifies monitoring.</a:t>
            </a:r>
            <a:endParaRPr sz="1800">
              <a:solidFill>
                <a:srgbClr val="000000"/>
              </a:solidFill>
              <a:latin typeface="Arial"/>
              <a:ea typeface="Arial"/>
              <a:cs typeface="Arial"/>
              <a:sym typeface="Arial"/>
            </a:endParaRPr>
          </a:p>
          <a:p>
            <a:pPr indent="-342900" lvl="0" marL="457200" rtl="0" algn="l">
              <a:lnSpc>
                <a:spcPct val="150000"/>
              </a:lnSpc>
              <a:spcBef>
                <a:spcPts val="0"/>
              </a:spcBef>
              <a:spcAft>
                <a:spcPts val="0"/>
              </a:spcAft>
              <a:buClr>
                <a:srgbClr val="000000"/>
              </a:buClr>
              <a:buSzPts val="1800"/>
              <a:buChar char="●"/>
            </a:pPr>
            <a:r>
              <a:rPr lang="en-US" sz="1800">
                <a:solidFill>
                  <a:srgbClr val="000000"/>
                </a:solidFill>
                <a:latin typeface="Arial"/>
                <a:ea typeface="Arial"/>
                <a:cs typeface="Arial"/>
                <a:sym typeface="Arial"/>
              </a:rPr>
              <a:t>ShieldGuard can be deployed on local systems as well as external servers, making it a flexible security solution.</a:t>
            </a:r>
            <a:endParaRPr sz="1800">
              <a:solidFill>
                <a:srgbClr val="000000"/>
              </a:solidFill>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g3b1a60aee5a_0_122"/>
          <p:cNvSpPr txBox="1"/>
          <p:nvPr>
            <p:ph type="title"/>
          </p:nvPr>
        </p:nvSpPr>
        <p:spPr>
          <a:xfrm>
            <a:off x="678884" y="345642"/>
            <a:ext cx="10834200" cy="612900"/>
          </a:xfrm>
          <a:prstGeom prst="rect">
            <a:avLst/>
          </a:prstGeom>
        </p:spPr>
        <p:txBody>
          <a:bodyPr anchorCtr="0" anchor="ctr" bIns="0" lIns="0" spcFirstLastPara="1" rIns="0" wrap="square" tIns="0">
            <a:normAutofit/>
          </a:bodyPr>
          <a:lstStyle/>
          <a:p>
            <a:pPr indent="0" lvl="0" marL="0" rtl="0" algn="l">
              <a:spcBef>
                <a:spcPts val="0"/>
              </a:spcBef>
              <a:spcAft>
                <a:spcPts val="0"/>
              </a:spcAft>
              <a:buNone/>
            </a:pPr>
            <a:r>
              <a:rPr lang="en-US"/>
              <a:t>References</a:t>
            </a:r>
            <a:endParaRPr/>
          </a:p>
        </p:txBody>
      </p:sp>
      <p:sp>
        <p:nvSpPr>
          <p:cNvPr id="200" name="Google Shape;200;g3b1a60aee5a_0_122"/>
          <p:cNvSpPr txBox="1"/>
          <p:nvPr>
            <p:ph idx="1" type="body"/>
          </p:nvPr>
        </p:nvSpPr>
        <p:spPr>
          <a:xfrm>
            <a:off x="678884" y="1254089"/>
            <a:ext cx="10834200" cy="4398000"/>
          </a:xfrm>
          <a:prstGeom prst="rect">
            <a:avLst/>
          </a:prstGeom>
        </p:spPr>
        <p:txBody>
          <a:bodyPr anchorCtr="0" anchor="t" bIns="45700" lIns="91425" spcFirstLastPara="1" rIns="91425" wrap="square" tIns="45700">
            <a:normAutofit/>
          </a:bodyPr>
          <a:lstStyle/>
          <a:p>
            <a:pPr indent="-342900" lvl="0" marL="457200" rtl="0" algn="l">
              <a:lnSpc>
                <a:spcPct val="150000"/>
              </a:lnSpc>
              <a:spcBef>
                <a:spcPts val="1400"/>
              </a:spcBef>
              <a:spcAft>
                <a:spcPts val="0"/>
              </a:spcAft>
              <a:buClr>
                <a:srgbClr val="000000"/>
              </a:buClr>
              <a:buSzPts val="1800"/>
              <a:buChar char="•"/>
            </a:pPr>
            <a:r>
              <a:rPr b="1" lang="en-US" sz="1800">
                <a:solidFill>
                  <a:srgbClr val="000000"/>
                </a:solidFill>
                <a:latin typeface="Arial"/>
                <a:ea typeface="Arial"/>
                <a:cs typeface="Arial"/>
                <a:sym typeface="Arial"/>
              </a:rPr>
              <a:t>Cloudflare</a:t>
            </a:r>
            <a:r>
              <a:rPr lang="en-US" sz="1800">
                <a:solidFill>
                  <a:srgbClr val="000000"/>
                </a:solidFill>
                <a:latin typeface="Arial"/>
                <a:ea typeface="Arial"/>
                <a:cs typeface="Arial"/>
                <a:sym typeface="Arial"/>
              </a:rPr>
              <a:t>: What is a DDoS Attack?</a:t>
            </a:r>
            <a:endParaRPr sz="1800">
              <a:solidFill>
                <a:srgbClr val="000000"/>
              </a:solidFill>
              <a:latin typeface="Arial"/>
              <a:ea typeface="Arial"/>
              <a:cs typeface="Arial"/>
              <a:sym typeface="Arial"/>
            </a:endParaRPr>
          </a:p>
          <a:p>
            <a:pPr indent="-342900" lvl="0" marL="457200" rtl="0" algn="l">
              <a:lnSpc>
                <a:spcPct val="150000"/>
              </a:lnSpc>
              <a:spcBef>
                <a:spcPts val="0"/>
              </a:spcBef>
              <a:spcAft>
                <a:spcPts val="0"/>
              </a:spcAft>
              <a:buClr>
                <a:srgbClr val="000000"/>
              </a:buClr>
              <a:buSzPts val="1800"/>
              <a:buChar char="•"/>
            </a:pPr>
            <a:r>
              <a:rPr b="1" lang="en-US" sz="1800">
                <a:solidFill>
                  <a:srgbClr val="000000"/>
                </a:solidFill>
                <a:latin typeface="Arial"/>
                <a:ea typeface="Arial"/>
                <a:cs typeface="Arial"/>
                <a:sym typeface="Arial"/>
              </a:rPr>
              <a:t>OWASP Foundation</a:t>
            </a:r>
            <a:r>
              <a:rPr lang="en-US" sz="1800">
                <a:solidFill>
                  <a:srgbClr val="000000"/>
                </a:solidFill>
                <a:latin typeface="Arial"/>
                <a:ea typeface="Arial"/>
                <a:cs typeface="Arial"/>
                <a:sym typeface="Arial"/>
              </a:rPr>
              <a:t>: Denial of Service Cheat Sheet</a:t>
            </a:r>
            <a:endParaRPr sz="1800">
              <a:solidFill>
                <a:srgbClr val="000000"/>
              </a:solidFill>
              <a:latin typeface="Arial"/>
              <a:ea typeface="Arial"/>
              <a:cs typeface="Arial"/>
              <a:sym typeface="Arial"/>
            </a:endParaRPr>
          </a:p>
          <a:p>
            <a:pPr indent="-342900" lvl="0" marL="457200" rtl="0" algn="l">
              <a:lnSpc>
                <a:spcPct val="150000"/>
              </a:lnSpc>
              <a:spcBef>
                <a:spcPts val="0"/>
              </a:spcBef>
              <a:spcAft>
                <a:spcPts val="0"/>
              </a:spcAft>
              <a:buClr>
                <a:srgbClr val="000000"/>
              </a:buClr>
              <a:buSzPts val="1800"/>
              <a:buChar char="•"/>
            </a:pPr>
            <a:r>
              <a:rPr b="1" lang="en-US" sz="1800">
                <a:solidFill>
                  <a:srgbClr val="000000"/>
                </a:solidFill>
                <a:latin typeface="Arial"/>
                <a:ea typeface="Arial"/>
                <a:cs typeface="Arial"/>
                <a:sym typeface="Arial"/>
              </a:rPr>
              <a:t>Kali Linux </a:t>
            </a:r>
            <a:r>
              <a:rPr lang="en-US" sz="1800">
                <a:solidFill>
                  <a:srgbClr val="000000"/>
                </a:solidFill>
                <a:latin typeface="Arial"/>
                <a:ea typeface="Arial"/>
                <a:cs typeface="Arial"/>
                <a:sym typeface="Arial"/>
              </a:rPr>
              <a:t>Documentation</a:t>
            </a:r>
            <a:endParaRPr sz="1800">
              <a:solidFill>
                <a:srgbClr val="000000"/>
              </a:solidFill>
              <a:latin typeface="Arial"/>
              <a:ea typeface="Arial"/>
              <a:cs typeface="Arial"/>
              <a:sym typeface="Arial"/>
            </a:endParaRPr>
          </a:p>
          <a:p>
            <a:pPr indent="-342900" lvl="0" marL="457200" rtl="0" algn="l">
              <a:lnSpc>
                <a:spcPct val="150000"/>
              </a:lnSpc>
              <a:spcBef>
                <a:spcPts val="0"/>
              </a:spcBef>
              <a:spcAft>
                <a:spcPts val="0"/>
              </a:spcAft>
              <a:buClr>
                <a:srgbClr val="000000"/>
              </a:buClr>
              <a:buSzPts val="1800"/>
              <a:buChar char="•"/>
            </a:pPr>
            <a:r>
              <a:rPr b="1" lang="en-US" sz="1800">
                <a:solidFill>
                  <a:srgbClr val="000000"/>
                </a:solidFill>
                <a:latin typeface="Arial"/>
                <a:ea typeface="Arial"/>
                <a:cs typeface="Arial"/>
                <a:sym typeface="Arial"/>
              </a:rPr>
              <a:t>Scapy </a:t>
            </a:r>
            <a:r>
              <a:rPr lang="en-US" sz="1800">
                <a:solidFill>
                  <a:srgbClr val="000000"/>
                </a:solidFill>
                <a:latin typeface="Arial"/>
                <a:ea typeface="Arial"/>
                <a:cs typeface="Arial"/>
                <a:sym typeface="Arial"/>
              </a:rPr>
              <a:t>Official Documentation</a:t>
            </a:r>
            <a:endParaRPr sz="1800">
              <a:solidFill>
                <a:srgbClr val="000000"/>
              </a:solidFill>
              <a:latin typeface="Arial"/>
              <a:ea typeface="Arial"/>
              <a:cs typeface="Arial"/>
              <a:sym typeface="Arial"/>
            </a:endParaRPr>
          </a:p>
          <a:p>
            <a:pPr indent="-342900" lvl="0" marL="457200" rtl="0" algn="l">
              <a:lnSpc>
                <a:spcPct val="150000"/>
              </a:lnSpc>
              <a:spcBef>
                <a:spcPts val="0"/>
              </a:spcBef>
              <a:spcAft>
                <a:spcPts val="0"/>
              </a:spcAft>
              <a:buClr>
                <a:srgbClr val="000000"/>
              </a:buClr>
              <a:buSzPts val="1800"/>
              <a:buChar char="•"/>
            </a:pPr>
            <a:r>
              <a:rPr b="1" lang="en-US" sz="1800">
                <a:solidFill>
                  <a:srgbClr val="000000"/>
                </a:solidFill>
                <a:latin typeface="Arial"/>
                <a:ea typeface="Arial"/>
                <a:cs typeface="Arial"/>
                <a:sym typeface="Arial"/>
              </a:rPr>
              <a:t>Flask </a:t>
            </a:r>
            <a:r>
              <a:rPr lang="en-US" sz="1800">
                <a:solidFill>
                  <a:srgbClr val="000000"/>
                </a:solidFill>
                <a:latin typeface="Arial"/>
                <a:ea typeface="Arial"/>
                <a:cs typeface="Arial"/>
                <a:sym typeface="Arial"/>
              </a:rPr>
              <a:t>Official Documentation</a:t>
            </a:r>
            <a:endParaRPr sz="1800">
              <a:solidFill>
                <a:srgbClr val="000000"/>
              </a:solidFill>
              <a:latin typeface="Arial"/>
              <a:ea typeface="Arial"/>
              <a:cs typeface="Arial"/>
              <a:sym typeface="Arial"/>
            </a:endParaRPr>
          </a:p>
          <a:p>
            <a:pPr indent="-342900" lvl="0" marL="457200" rtl="0" algn="l">
              <a:lnSpc>
                <a:spcPct val="150000"/>
              </a:lnSpc>
              <a:spcBef>
                <a:spcPts val="0"/>
              </a:spcBef>
              <a:spcAft>
                <a:spcPts val="0"/>
              </a:spcAft>
              <a:buClr>
                <a:srgbClr val="000000"/>
              </a:buClr>
              <a:buSzPts val="1800"/>
              <a:buChar char="•"/>
            </a:pPr>
            <a:r>
              <a:rPr b="1" lang="en-US" sz="1800">
                <a:solidFill>
                  <a:srgbClr val="000000"/>
                </a:solidFill>
                <a:latin typeface="Arial"/>
                <a:ea typeface="Arial"/>
                <a:cs typeface="Arial"/>
                <a:sym typeface="Arial"/>
              </a:rPr>
              <a:t>Linux iptables</a:t>
            </a:r>
            <a:r>
              <a:rPr lang="en-US" sz="1800">
                <a:solidFill>
                  <a:srgbClr val="000000"/>
                </a:solidFill>
                <a:latin typeface="Arial"/>
                <a:ea typeface="Arial"/>
                <a:cs typeface="Arial"/>
                <a:sym typeface="Arial"/>
              </a:rPr>
              <a:t> Manual</a:t>
            </a:r>
            <a:endParaRPr sz="1800">
              <a:solidFill>
                <a:srgbClr val="000000"/>
              </a:solidFill>
              <a:latin typeface="Arial"/>
              <a:ea typeface="Arial"/>
              <a:cs typeface="Arial"/>
              <a:sym typeface="Arial"/>
            </a:endParaRPr>
          </a:p>
          <a:p>
            <a:pPr indent="-342900" lvl="0" marL="457200" rtl="0" algn="l">
              <a:lnSpc>
                <a:spcPct val="150000"/>
              </a:lnSpc>
              <a:spcBef>
                <a:spcPts val="0"/>
              </a:spcBef>
              <a:spcAft>
                <a:spcPts val="0"/>
              </a:spcAft>
              <a:buClr>
                <a:srgbClr val="000000"/>
              </a:buClr>
              <a:buSzPts val="1800"/>
              <a:buChar char="•"/>
            </a:pPr>
            <a:r>
              <a:rPr b="1" lang="en-US" sz="1800">
                <a:solidFill>
                  <a:srgbClr val="000000"/>
                </a:solidFill>
                <a:latin typeface="Arial"/>
                <a:ea typeface="Arial"/>
                <a:cs typeface="Arial"/>
                <a:sym typeface="Arial"/>
              </a:rPr>
              <a:t>Wireshark </a:t>
            </a:r>
            <a:r>
              <a:rPr lang="en-US" sz="1800">
                <a:solidFill>
                  <a:srgbClr val="000000"/>
                </a:solidFill>
                <a:latin typeface="Arial"/>
                <a:ea typeface="Arial"/>
                <a:cs typeface="Arial"/>
                <a:sym typeface="Arial"/>
              </a:rPr>
              <a:t>User Guide</a:t>
            </a:r>
            <a:endParaRPr sz="1800">
              <a:solidFill>
                <a:srgbClr val="000000"/>
              </a:solidFill>
              <a:latin typeface="Arial"/>
              <a:ea typeface="Arial"/>
              <a:cs typeface="Arial"/>
              <a:sym typeface="Arial"/>
            </a:endParaRPr>
          </a:p>
          <a:p>
            <a:pPr indent="0" lvl="0" marL="0" rtl="0" algn="l">
              <a:lnSpc>
                <a:spcPct val="150000"/>
              </a:lnSpc>
              <a:spcBef>
                <a:spcPts val="120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8"/>
          <p:cNvSpPr/>
          <p:nvPr/>
        </p:nvSpPr>
        <p:spPr>
          <a:xfrm>
            <a:off x="0" y="2091872"/>
            <a:ext cx="12192000" cy="1765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6600">
                <a:solidFill>
                  <a:schemeClr val="lt1"/>
                </a:solidFill>
                <a:latin typeface="Calibri"/>
                <a:ea typeface="Calibri"/>
                <a:cs typeface="Calibri"/>
                <a:sym typeface="Calibri"/>
              </a:rPr>
              <a:t>Thank You!</a:t>
            </a:r>
            <a:endParaRPr b="1" sz="66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IA Template">
  <a:themeElements>
    <a:clrScheme name="Custom 4">
      <a:dk1>
        <a:srgbClr val="161A3E"/>
      </a:dk1>
      <a:lt1>
        <a:srgbClr val="FFFFFF"/>
      </a:lt1>
      <a:dk2>
        <a:srgbClr val="44546A"/>
      </a:dk2>
      <a:lt2>
        <a:srgbClr val="E7E6E6"/>
      </a:lt2>
      <a:accent1>
        <a:srgbClr val="4472C4"/>
      </a:accent1>
      <a:accent2>
        <a:srgbClr val="ED7D31"/>
      </a:accent2>
      <a:accent3>
        <a:srgbClr val="44546A"/>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2020-12-23T13:36:00Z</dcterms:created>
  <dc:creator>Aayush Shah</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0B547D39C558497AB25C6414A889D07D</vt:lpwstr>
  </property>
  <property fmtid="{D5CDD505-2E9C-101B-9397-08002B2CF9AE}" pid="3" name="KSOProductBuildVer">
    <vt:lpwstr>1033-11.2.0.11306</vt:lpwstr>
  </property>
</Properties>
</file>